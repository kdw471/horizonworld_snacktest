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hBazrGS/hy8CHdDYpgd6yc/RJL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7324CCF-3DF2-4FA7-91E1-F728410A4AE4}">
  <a:tblStyle styleId="{77324CCF-3DF2-4FA7-91E1-F728410A4AE4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0" y="3175"/>
            <a:ext cx="34906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16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9824484" y="1"/>
            <a:ext cx="2367516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0" y="0"/>
            <a:ext cx="309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mailto:tkoh@newmatic.kr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Relationship Id="rId6" Type="http://schemas.openxmlformats.org/officeDocument/2006/relationships/image" Target="../media/image15.png"/><Relationship Id="rId7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5019" y="1827108"/>
            <a:ext cx="5881962" cy="1370096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3312233" y="3660797"/>
            <a:ext cx="556753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PUZ_08_스위치 퍼즐 시스템 기획서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8879767" y="6179874"/>
            <a:ext cx="315764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sng" cap="none" strike="noStrike">
                <a:solidFill>
                  <a:srgbClr val="757070"/>
                </a:solidFill>
                <a:latin typeface="Malgun Gothic"/>
                <a:ea typeface="Malgun Gothic"/>
                <a:cs typeface="Malgun Gothic"/>
                <a:sym typeface="Malgun Gothic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tkoh@newmatic.kr</a:t>
            </a:r>
            <a:endParaRPr b="1" i="0" sz="1600" u="none" cap="none" strike="noStrike">
              <a:solidFill>
                <a:srgbClr val="75707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757070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오태근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0" y="6661463"/>
            <a:ext cx="12192000" cy="196537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0" y="0"/>
            <a:ext cx="12192000" cy="196537"/>
          </a:xfrm>
          <a:prstGeom prst="rect">
            <a:avLst/>
          </a:prstGeom>
          <a:gradFill>
            <a:gsLst>
              <a:gs pos="0">
                <a:srgbClr val="254061"/>
              </a:gs>
              <a:gs pos="50000">
                <a:srgbClr val="254061"/>
              </a:gs>
              <a:gs pos="77000">
                <a:srgbClr val="C1C5CD"/>
              </a:gs>
              <a:gs pos="100000">
                <a:srgbClr val="E1E2E5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5463375" y="6628926"/>
            <a:ext cx="126305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Ver.1.0.0</a:t>
            </a:r>
            <a:endParaRPr b="1" i="0" sz="105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 b="0" l="0" r="0" t="7981"/>
          <a:stretch/>
        </p:blipFill>
        <p:spPr>
          <a:xfrm>
            <a:off x="11608357" y="6661463"/>
            <a:ext cx="581449" cy="16523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/>
          <p:nvPr>
            <p:ph idx="12" type="sldNum"/>
          </p:nvPr>
        </p:nvSpPr>
        <p:spPr>
          <a:xfrm>
            <a:off x="9824484" y="0"/>
            <a:ext cx="2367516" cy="1965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p2"/>
          <p:cNvSpPr txBox="1"/>
          <p:nvPr>
            <p:ph idx="11" type="ftr"/>
          </p:nvPr>
        </p:nvSpPr>
        <p:spPr>
          <a:xfrm>
            <a:off x="0" y="3175"/>
            <a:ext cx="34906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PUZ_08_스위치 퍼즐 시스템 기획서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157882" y="624365"/>
            <a:ext cx="31576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| Ver.</a:t>
            </a:r>
            <a:endParaRPr b="1"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524322" y="1113706"/>
            <a:ext cx="11143356" cy="5242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1.0.0 | 25.03.21 | 오태근 | 초안 작성</a:t>
            </a:r>
            <a:endParaRPr/>
          </a:p>
          <a:p>
            <a:pPr indent="-2222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/>
          <p:nvPr/>
        </p:nvSpPr>
        <p:spPr>
          <a:xfrm>
            <a:off x="0" y="6661463"/>
            <a:ext cx="12192000" cy="196537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0" y="0"/>
            <a:ext cx="12192000" cy="196537"/>
          </a:xfrm>
          <a:prstGeom prst="rect">
            <a:avLst/>
          </a:prstGeom>
          <a:gradFill>
            <a:gsLst>
              <a:gs pos="0">
                <a:srgbClr val="254061"/>
              </a:gs>
              <a:gs pos="50000">
                <a:srgbClr val="254061"/>
              </a:gs>
              <a:gs pos="77000">
                <a:srgbClr val="C1C5CD"/>
              </a:gs>
              <a:gs pos="100000">
                <a:srgbClr val="E1E2E5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5463375" y="6628926"/>
            <a:ext cx="126305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Ver.1.0.0</a:t>
            </a:r>
            <a:endParaRPr b="1" sz="105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7981"/>
          <a:stretch/>
        </p:blipFill>
        <p:spPr>
          <a:xfrm>
            <a:off x="11608357" y="6661463"/>
            <a:ext cx="581449" cy="16523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157882" y="624365"/>
            <a:ext cx="31576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| 문서의 목적</a:t>
            </a:r>
            <a:endParaRPr/>
          </a:p>
        </p:txBody>
      </p:sp>
      <p:sp>
        <p:nvSpPr>
          <p:cNvPr id="112" name="Google Shape;112;p3"/>
          <p:cNvSpPr txBox="1"/>
          <p:nvPr>
            <p:ph idx="12" type="sldNum"/>
          </p:nvPr>
        </p:nvSpPr>
        <p:spPr>
          <a:xfrm>
            <a:off x="9824484" y="1"/>
            <a:ext cx="2367516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3" name="Google Shape;113;p3"/>
          <p:cNvSpPr txBox="1"/>
          <p:nvPr>
            <p:ph idx="11" type="ftr"/>
          </p:nvPr>
        </p:nvSpPr>
        <p:spPr>
          <a:xfrm>
            <a:off x="0" y="3175"/>
            <a:ext cx="34906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PUZ_08_스위치 퍼즐 시스템 기획서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524322" y="1113706"/>
            <a:ext cx="11143356" cy="801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스위치 퍼즐 시스템 기획</a:t>
            </a:r>
            <a:br>
              <a:rPr lang="en-US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시스템</a:t>
            </a:r>
            <a:br>
              <a:rPr lang="en-US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테이블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/>
          <p:nvPr/>
        </p:nvSpPr>
        <p:spPr>
          <a:xfrm>
            <a:off x="0" y="6661463"/>
            <a:ext cx="12192000" cy="196537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0" y="0"/>
            <a:ext cx="12192000" cy="196537"/>
          </a:xfrm>
          <a:prstGeom prst="rect">
            <a:avLst/>
          </a:prstGeom>
          <a:gradFill>
            <a:gsLst>
              <a:gs pos="0">
                <a:srgbClr val="254061"/>
              </a:gs>
              <a:gs pos="50000">
                <a:srgbClr val="254061"/>
              </a:gs>
              <a:gs pos="77000">
                <a:srgbClr val="C1C5CD"/>
              </a:gs>
              <a:gs pos="100000">
                <a:srgbClr val="E1E2E5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5463375" y="6628926"/>
            <a:ext cx="126305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Ver.1.0.0</a:t>
            </a:r>
            <a:endParaRPr b="1" sz="105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22" name="Google Shape;122;p4"/>
          <p:cNvPicPr preferRelativeResize="0"/>
          <p:nvPr/>
        </p:nvPicPr>
        <p:blipFill rotWithShape="1">
          <a:blip r:embed="rId3">
            <a:alphaModFix/>
          </a:blip>
          <a:srcRect b="0" l="0" r="0" t="7981"/>
          <a:stretch/>
        </p:blipFill>
        <p:spPr>
          <a:xfrm>
            <a:off x="11608357" y="6661463"/>
            <a:ext cx="581449" cy="16523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 txBox="1"/>
          <p:nvPr>
            <p:ph idx="12" type="sldNum"/>
          </p:nvPr>
        </p:nvSpPr>
        <p:spPr>
          <a:xfrm>
            <a:off x="9824484" y="1"/>
            <a:ext cx="2367516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4"/>
          <p:cNvSpPr txBox="1"/>
          <p:nvPr>
            <p:ph idx="11" type="ftr"/>
          </p:nvPr>
        </p:nvSpPr>
        <p:spPr>
          <a:xfrm>
            <a:off x="0" y="3175"/>
            <a:ext cx="34906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PUZ_08_스위치 퍼즐 시스템 기획서</a:t>
            </a:r>
            <a:endParaRPr/>
          </a:p>
        </p:txBody>
      </p:sp>
      <p:sp>
        <p:nvSpPr>
          <p:cNvPr id="125" name="Google Shape;125;p4"/>
          <p:cNvSpPr txBox="1"/>
          <p:nvPr/>
        </p:nvSpPr>
        <p:spPr>
          <a:xfrm>
            <a:off x="157882" y="624365"/>
            <a:ext cx="31576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| 스위치 퍼즐 컨셉</a:t>
            </a:r>
            <a:endParaRPr/>
          </a:p>
        </p:txBody>
      </p:sp>
      <p:sp>
        <p:nvSpPr>
          <p:cNvPr id="126" name="Google Shape;126;p4"/>
          <p:cNvSpPr txBox="1"/>
          <p:nvPr/>
        </p:nvSpPr>
        <p:spPr>
          <a:xfrm>
            <a:off x="524322" y="1113706"/>
            <a:ext cx="11143356" cy="570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모든 키를 눌러 녹색의 키로 만들어야 한다.</a:t>
            </a:r>
            <a:br>
              <a:rPr lang="en-US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27" name="Google Shape;127;p4"/>
          <p:cNvGrpSpPr/>
          <p:nvPr/>
        </p:nvGrpSpPr>
        <p:grpSpPr>
          <a:xfrm>
            <a:off x="1047853" y="2544268"/>
            <a:ext cx="4535338" cy="2006472"/>
            <a:chOff x="6580171" y="1407889"/>
            <a:chExt cx="3048809" cy="1348819"/>
          </a:xfrm>
        </p:grpSpPr>
        <p:sp>
          <p:nvSpPr>
            <p:cNvPr id="128" name="Google Shape;128;p4"/>
            <p:cNvSpPr/>
            <p:nvPr/>
          </p:nvSpPr>
          <p:spPr>
            <a:xfrm>
              <a:off x="7355675" y="1630517"/>
              <a:ext cx="606361" cy="327587"/>
            </a:xfrm>
            <a:prstGeom prst="cube">
              <a:avLst>
                <a:gd fmla="val 60156" name="adj"/>
              </a:avLst>
            </a:prstGeom>
            <a:solidFill>
              <a:srgbClr val="75707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7516714" y="1407889"/>
              <a:ext cx="307262" cy="311835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7772373" y="1630517"/>
              <a:ext cx="606361" cy="327587"/>
            </a:xfrm>
            <a:prstGeom prst="cube">
              <a:avLst>
                <a:gd fmla="val 60156" name="adj"/>
              </a:avLst>
            </a:prstGeom>
            <a:solidFill>
              <a:srgbClr val="75707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1" name="Google Shape;131;p4"/>
            <p:cNvSpPr/>
            <p:nvPr/>
          </p:nvSpPr>
          <p:spPr>
            <a:xfrm>
              <a:off x="8190422" y="1630517"/>
              <a:ext cx="606361" cy="327587"/>
            </a:xfrm>
            <a:prstGeom prst="cube">
              <a:avLst>
                <a:gd fmla="val 60156" name="adj"/>
              </a:avLst>
            </a:prstGeom>
            <a:solidFill>
              <a:srgbClr val="75707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8352250" y="1407889"/>
              <a:ext cx="307262" cy="311835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7933412" y="1407889"/>
              <a:ext cx="307262" cy="311835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8604570" y="1630517"/>
              <a:ext cx="606361" cy="327587"/>
            </a:xfrm>
            <a:prstGeom prst="cube">
              <a:avLst>
                <a:gd fmla="val 60156" name="adj"/>
              </a:avLst>
            </a:prstGeom>
            <a:solidFill>
              <a:srgbClr val="75707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5" name="Google Shape;135;p4"/>
            <p:cNvSpPr/>
            <p:nvPr/>
          </p:nvSpPr>
          <p:spPr>
            <a:xfrm>
              <a:off x="9022619" y="1630517"/>
              <a:ext cx="606361" cy="327587"/>
            </a:xfrm>
            <a:prstGeom prst="cube">
              <a:avLst>
                <a:gd fmla="val 60156" name="adj"/>
              </a:avLst>
            </a:prstGeom>
            <a:solidFill>
              <a:srgbClr val="75707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9168572" y="1407889"/>
              <a:ext cx="307262" cy="311835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8759259" y="1407889"/>
              <a:ext cx="307262" cy="311835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7161799" y="1830168"/>
              <a:ext cx="606361" cy="327587"/>
            </a:xfrm>
            <a:prstGeom prst="cube">
              <a:avLst>
                <a:gd fmla="val 60156" name="adj"/>
              </a:avLst>
            </a:prstGeom>
            <a:solidFill>
              <a:srgbClr val="75707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9" name="Google Shape;139;p4"/>
            <p:cNvSpPr/>
            <p:nvPr/>
          </p:nvSpPr>
          <p:spPr>
            <a:xfrm>
              <a:off x="7322838" y="1607540"/>
              <a:ext cx="307262" cy="311835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7578497" y="1830168"/>
              <a:ext cx="606361" cy="327587"/>
            </a:xfrm>
            <a:prstGeom prst="cube">
              <a:avLst>
                <a:gd fmla="val 60156" name="adj"/>
              </a:avLst>
            </a:prstGeom>
            <a:solidFill>
              <a:srgbClr val="75707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1" name="Google Shape;141;p4"/>
            <p:cNvSpPr/>
            <p:nvPr/>
          </p:nvSpPr>
          <p:spPr>
            <a:xfrm>
              <a:off x="7996546" y="1830168"/>
              <a:ext cx="606361" cy="327587"/>
            </a:xfrm>
            <a:prstGeom prst="cube">
              <a:avLst>
                <a:gd fmla="val 60156" name="adj"/>
              </a:avLst>
            </a:prstGeom>
            <a:solidFill>
              <a:srgbClr val="75707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8132974" y="1683740"/>
              <a:ext cx="307262" cy="311835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7739536" y="1607540"/>
              <a:ext cx="307262" cy="311835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8410694" y="1830168"/>
              <a:ext cx="606361" cy="327587"/>
            </a:xfrm>
            <a:prstGeom prst="cube">
              <a:avLst>
                <a:gd fmla="val 60156" name="adj"/>
              </a:avLst>
            </a:prstGeom>
            <a:solidFill>
              <a:srgbClr val="75707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5" name="Google Shape;145;p4"/>
            <p:cNvSpPr/>
            <p:nvPr/>
          </p:nvSpPr>
          <p:spPr>
            <a:xfrm>
              <a:off x="8828743" y="1830168"/>
              <a:ext cx="606361" cy="327587"/>
            </a:xfrm>
            <a:prstGeom prst="cube">
              <a:avLst>
                <a:gd fmla="val 60156" name="adj"/>
              </a:avLst>
            </a:prstGeom>
            <a:solidFill>
              <a:srgbClr val="75707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6" name="Google Shape;146;p4"/>
            <p:cNvSpPr/>
            <p:nvPr/>
          </p:nvSpPr>
          <p:spPr>
            <a:xfrm>
              <a:off x="8974696" y="1607540"/>
              <a:ext cx="307262" cy="311835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7" name="Google Shape;147;p4"/>
            <p:cNvSpPr/>
            <p:nvPr/>
          </p:nvSpPr>
          <p:spPr>
            <a:xfrm>
              <a:off x="8565383" y="1607540"/>
              <a:ext cx="307262" cy="311835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8" name="Google Shape;148;p4"/>
            <p:cNvSpPr/>
            <p:nvPr/>
          </p:nvSpPr>
          <p:spPr>
            <a:xfrm>
              <a:off x="6967923" y="2029819"/>
              <a:ext cx="606361" cy="327587"/>
            </a:xfrm>
            <a:prstGeom prst="cube">
              <a:avLst>
                <a:gd fmla="val 60156" name="adj"/>
              </a:avLst>
            </a:prstGeom>
            <a:solidFill>
              <a:srgbClr val="75707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9" name="Google Shape;149;p4"/>
            <p:cNvSpPr/>
            <p:nvPr/>
          </p:nvSpPr>
          <p:spPr>
            <a:xfrm>
              <a:off x="7128962" y="1807191"/>
              <a:ext cx="307262" cy="311835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0" name="Google Shape;150;p4"/>
            <p:cNvSpPr/>
            <p:nvPr/>
          </p:nvSpPr>
          <p:spPr>
            <a:xfrm>
              <a:off x="7384621" y="2029819"/>
              <a:ext cx="606361" cy="327587"/>
            </a:xfrm>
            <a:prstGeom prst="cube">
              <a:avLst>
                <a:gd fmla="val 60156" name="adj"/>
              </a:avLst>
            </a:prstGeom>
            <a:solidFill>
              <a:srgbClr val="75707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1" name="Google Shape;151;p4"/>
            <p:cNvSpPr/>
            <p:nvPr/>
          </p:nvSpPr>
          <p:spPr>
            <a:xfrm>
              <a:off x="7802670" y="2029819"/>
              <a:ext cx="606361" cy="327587"/>
            </a:xfrm>
            <a:prstGeom prst="cube">
              <a:avLst>
                <a:gd fmla="val 60156" name="adj"/>
              </a:avLst>
            </a:prstGeom>
            <a:solidFill>
              <a:srgbClr val="75707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2" name="Google Shape;152;p4"/>
            <p:cNvSpPr/>
            <p:nvPr/>
          </p:nvSpPr>
          <p:spPr>
            <a:xfrm>
              <a:off x="7939098" y="1883391"/>
              <a:ext cx="307262" cy="311835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3" name="Google Shape;153;p4"/>
            <p:cNvSpPr/>
            <p:nvPr/>
          </p:nvSpPr>
          <p:spPr>
            <a:xfrm>
              <a:off x="7520260" y="1883391"/>
              <a:ext cx="307262" cy="311835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4" name="Google Shape;154;p4"/>
            <p:cNvSpPr/>
            <p:nvPr/>
          </p:nvSpPr>
          <p:spPr>
            <a:xfrm>
              <a:off x="8216818" y="2029819"/>
              <a:ext cx="606361" cy="327587"/>
            </a:xfrm>
            <a:prstGeom prst="cube">
              <a:avLst>
                <a:gd fmla="val 60156" name="adj"/>
              </a:avLst>
            </a:prstGeom>
            <a:solidFill>
              <a:srgbClr val="75707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5" name="Google Shape;155;p4"/>
            <p:cNvSpPr/>
            <p:nvPr/>
          </p:nvSpPr>
          <p:spPr>
            <a:xfrm>
              <a:off x="8634867" y="2029819"/>
              <a:ext cx="606361" cy="327587"/>
            </a:xfrm>
            <a:prstGeom prst="cube">
              <a:avLst>
                <a:gd fmla="val 60156" name="adj"/>
              </a:avLst>
            </a:prstGeom>
            <a:solidFill>
              <a:srgbClr val="75707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6" name="Google Shape;156;p4"/>
            <p:cNvSpPr/>
            <p:nvPr/>
          </p:nvSpPr>
          <p:spPr>
            <a:xfrm>
              <a:off x="8780820" y="1807191"/>
              <a:ext cx="307262" cy="311835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7" name="Google Shape;157;p4"/>
            <p:cNvSpPr/>
            <p:nvPr/>
          </p:nvSpPr>
          <p:spPr>
            <a:xfrm>
              <a:off x="8346107" y="1883391"/>
              <a:ext cx="307262" cy="311835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8" name="Google Shape;158;p4"/>
            <p:cNvSpPr/>
            <p:nvPr/>
          </p:nvSpPr>
          <p:spPr>
            <a:xfrm>
              <a:off x="6774047" y="2229470"/>
              <a:ext cx="606361" cy="327587"/>
            </a:xfrm>
            <a:prstGeom prst="cube">
              <a:avLst>
                <a:gd fmla="val 60156" name="adj"/>
              </a:avLst>
            </a:prstGeom>
            <a:solidFill>
              <a:srgbClr val="75707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9" name="Google Shape;159;p4"/>
            <p:cNvSpPr/>
            <p:nvPr/>
          </p:nvSpPr>
          <p:spPr>
            <a:xfrm>
              <a:off x="6935086" y="2006842"/>
              <a:ext cx="307262" cy="311835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0" name="Google Shape;160;p4"/>
            <p:cNvSpPr/>
            <p:nvPr/>
          </p:nvSpPr>
          <p:spPr>
            <a:xfrm>
              <a:off x="7190745" y="2229470"/>
              <a:ext cx="606361" cy="327587"/>
            </a:xfrm>
            <a:prstGeom prst="cube">
              <a:avLst>
                <a:gd fmla="val 60156" name="adj"/>
              </a:avLst>
            </a:prstGeom>
            <a:solidFill>
              <a:srgbClr val="75707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1" name="Google Shape;161;p4"/>
            <p:cNvSpPr/>
            <p:nvPr/>
          </p:nvSpPr>
          <p:spPr>
            <a:xfrm>
              <a:off x="7608794" y="2229470"/>
              <a:ext cx="606361" cy="327587"/>
            </a:xfrm>
            <a:prstGeom prst="cube">
              <a:avLst>
                <a:gd fmla="val 60156" name="adj"/>
              </a:avLst>
            </a:prstGeom>
            <a:solidFill>
              <a:srgbClr val="75707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2" name="Google Shape;162;p4"/>
            <p:cNvSpPr/>
            <p:nvPr/>
          </p:nvSpPr>
          <p:spPr>
            <a:xfrm>
              <a:off x="7745222" y="2083042"/>
              <a:ext cx="307262" cy="311835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3" name="Google Shape;163;p4"/>
            <p:cNvSpPr/>
            <p:nvPr/>
          </p:nvSpPr>
          <p:spPr>
            <a:xfrm>
              <a:off x="7351784" y="2006842"/>
              <a:ext cx="307262" cy="311835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4" name="Google Shape;164;p4"/>
            <p:cNvSpPr/>
            <p:nvPr/>
          </p:nvSpPr>
          <p:spPr>
            <a:xfrm>
              <a:off x="8022942" y="2229470"/>
              <a:ext cx="606361" cy="327587"/>
            </a:xfrm>
            <a:prstGeom prst="cube">
              <a:avLst>
                <a:gd fmla="val 60156" name="adj"/>
              </a:avLst>
            </a:prstGeom>
            <a:solidFill>
              <a:srgbClr val="75707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5" name="Google Shape;165;p4"/>
            <p:cNvSpPr/>
            <p:nvPr/>
          </p:nvSpPr>
          <p:spPr>
            <a:xfrm>
              <a:off x="8440991" y="2229470"/>
              <a:ext cx="606361" cy="327587"/>
            </a:xfrm>
            <a:prstGeom prst="cube">
              <a:avLst>
                <a:gd fmla="val 60156" name="adj"/>
              </a:avLst>
            </a:prstGeom>
            <a:solidFill>
              <a:srgbClr val="75707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6" name="Google Shape;166;p4"/>
            <p:cNvSpPr/>
            <p:nvPr/>
          </p:nvSpPr>
          <p:spPr>
            <a:xfrm>
              <a:off x="8586944" y="2006842"/>
              <a:ext cx="307262" cy="311835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7" name="Google Shape;167;p4"/>
            <p:cNvSpPr/>
            <p:nvPr/>
          </p:nvSpPr>
          <p:spPr>
            <a:xfrm>
              <a:off x="8177631" y="2006842"/>
              <a:ext cx="307262" cy="311835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8" name="Google Shape;168;p4"/>
            <p:cNvSpPr/>
            <p:nvPr/>
          </p:nvSpPr>
          <p:spPr>
            <a:xfrm>
              <a:off x="6580171" y="2429121"/>
              <a:ext cx="606361" cy="327587"/>
            </a:xfrm>
            <a:prstGeom prst="cube">
              <a:avLst>
                <a:gd fmla="val 60156" name="adj"/>
              </a:avLst>
            </a:prstGeom>
            <a:solidFill>
              <a:srgbClr val="75707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9" name="Google Shape;169;p4"/>
            <p:cNvSpPr/>
            <p:nvPr/>
          </p:nvSpPr>
          <p:spPr>
            <a:xfrm>
              <a:off x="6741210" y="2206493"/>
              <a:ext cx="307262" cy="311835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0" name="Google Shape;170;p4"/>
            <p:cNvSpPr/>
            <p:nvPr/>
          </p:nvSpPr>
          <p:spPr>
            <a:xfrm>
              <a:off x="6996869" y="2429121"/>
              <a:ext cx="606361" cy="327587"/>
            </a:xfrm>
            <a:prstGeom prst="cube">
              <a:avLst>
                <a:gd fmla="val 60156" name="adj"/>
              </a:avLst>
            </a:prstGeom>
            <a:solidFill>
              <a:srgbClr val="75707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1" name="Google Shape;171;p4"/>
            <p:cNvSpPr/>
            <p:nvPr/>
          </p:nvSpPr>
          <p:spPr>
            <a:xfrm>
              <a:off x="7414918" y="2429121"/>
              <a:ext cx="606361" cy="327587"/>
            </a:xfrm>
            <a:prstGeom prst="cube">
              <a:avLst>
                <a:gd fmla="val 60156" name="adj"/>
              </a:avLst>
            </a:prstGeom>
            <a:solidFill>
              <a:srgbClr val="75707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7576746" y="2206493"/>
              <a:ext cx="307262" cy="311835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7157908" y="2206493"/>
              <a:ext cx="307262" cy="311835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7829066" y="2429121"/>
              <a:ext cx="606361" cy="327587"/>
            </a:xfrm>
            <a:prstGeom prst="cube">
              <a:avLst>
                <a:gd fmla="val 60156" name="adj"/>
              </a:avLst>
            </a:prstGeom>
            <a:solidFill>
              <a:srgbClr val="75707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5" name="Google Shape;175;p4"/>
            <p:cNvSpPr/>
            <p:nvPr/>
          </p:nvSpPr>
          <p:spPr>
            <a:xfrm>
              <a:off x="8247115" y="2429121"/>
              <a:ext cx="606361" cy="327587"/>
            </a:xfrm>
            <a:prstGeom prst="cube">
              <a:avLst>
                <a:gd fmla="val 60156" name="adj"/>
              </a:avLst>
            </a:prstGeom>
            <a:solidFill>
              <a:srgbClr val="75707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6" name="Google Shape;176;p4"/>
            <p:cNvSpPr/>
            <p:nvPr/>
          </p:nvSpPr>
          <p:spPr>
            <a:xfrm>
              <a:off x="8393068" y="2206493"/>
              <a:ext cx="307262" cy="311835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7" name="Google Shape;177;p4"/>
            <p:cNvSpPr/>
            <p:nvPr/>
          </p:nvSpPr>
          <p:spPr>
            <a:xfrm>
              <a:off x="7983755" y="2206493"/>
              <a:ext cx="307262" cy="311835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78" name="Google Shape;178;p4"/>
          <p:cNvSpPr/>
          <p:nvPr/>
        </p:nvSpPr>
        <p:spPr>
          <a:xfrm>
            <a:off x="7785753" y="2874338"/>
            <a:ext cx="902009" cy="487311"/>
          </a:xfrm>
          <a:prstGeom prst="cube">
            <a:avLst>
              <a:gd fmla="val 60156" name="adj"/>
            </a:avLst>
          </a:prstGeom>
          <a:solidFill>
            <a:srgbClr val="75707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8025311" y="2630246"/>
            <a:ext cx="457076" cy="463879"/>
          </a:xfrm>
          <a:prstGeom prst="roundRect">
            <a:avLst>
              <a:gd fmla="val 16667" name="adj"/>
            </a:avLst>
          </a:prstGeom>
          <a:solidFill>
            <a:srgbClr val="92D05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8405623" y="2874338"/>
            <a:ext cx="902009" cy="487311"/>
          </a:xfrm>
          <a:prstGeom prst="cube">
            <a:avLst>
              <a:gd fmla="val 60156" name="adj"/>
            </a:avLst>
          </a:prstGeom>
          <a:solidFill>
            <a:srgbClr val="75707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9027503" y="2874338"/>
            <a:ext cx="902009" cy="487311"/>
          </a:xfrm>
          <a:prstGeom prst="cube">
            <a:avLst>
              <a:gd fmla="val 60156" name="adj"/>
            </a:avLst>
          </a:prstGeom>
          <a:solidFill>
            <a:srgbClr val="75707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9268235" y="2630246"/>
            <a:ext cx="457076" cy="463879"/>
          </a:xfrm>
          <a:prstGeom prst="roundRect">
            <a:avLst>
              <a:gd fmla="val 16667" name="adj"/>
            </a:avLst>
          </a:prstGeom>
          <a:solidFill>
            <a:srgbClr val="92D05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8645181" y="2630246"/>
            <a:ext cx="457076" cy="463879"/>
          </a:xfrm>
          <a:prstGeom prst="roundRect">
            <a:avLst>
              <a:gd fmla="val 16667" name="adj"/>
            </a:avLst>
          </a:prstGeom>
          <a:solidFill>
            <a:srgbClr val="92D05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9643580" y="2874338"/>
            <a:ext cx="902009" cy="487311"/>
          </a:xfrm>
          <a:prstGeom prst="cube">
            <a:avLst>
              <a:gd fmla="val 60156" name="adj"/>
            </a:avLst>
          </a:prstGeom>
          <a:solidFill>
            <a:srgbClr val="75707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10265460" y="2874338"/>
            <a:ext cx="902009" cy="487311"/>
          </a:xfrm>
          <a:prstGeom prst="cube">
            <a:avLst>
              <a:gd fmla="val 60156" name="adj"/>
            </a:avLst>
          </a:prstGeom>
          <a:solidFill>
            <a:srgbClr val="75707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10482577" y="2637503"/>
            <a:ext cx="457076" cy="463879"/>
          </a:xfrm>
          <a:prstGeom prst="roundRect">
            <a:avLst>
              <a:gd fmla="val 16667" name="adj"/>
            </a:avLst>
          </a:prstGeom>
          <a:solidFill>
            <a:srgbClr val="92D05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9873692" y="2630246"/>
            <a:ext cx="457076" cy="463879"/>
          </a:xfrm>
          <a:prstGeom prst="roundRect">
            <a:avLst>
              <a:gd fmla="val 16667" name="adj"/>
            </a:avLst>
          </a:prstGeom>
          <a:solidFill>
            <a:srgbClr val="92D05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7497347" y="3171334"/>
            <a:ext cx="902009" cy="487311"/>
          </a:xfrm>
          <a:prstGeom prst="cube">
            <a:avLst>
              <a:gd fmla="val 60156" name="adj"/>
            </a:avLst>
          </a:prstGeom>
          <a:solidFill>
            <a:srgbClr val="75707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7736905" y="2927242"/>
            <a:ext cx="457076" cy="463879"/>
          </a:xfrm>
          <a:prstGeom prst="roundRect">
            <a:avLst>
              <a:gd fmla="val 16667" name="adj"/>
            </a:avLst>
          </a:prstGeom>
          <a:solidFill>
            <a:srgbClr val="92D05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8117218" y="3171334"/>
            <a:ext cx="902009" cy="487311"/>
          </a:xfrm>
          <a:prstGeom prst="cube">
            <a:avLst>
              <a:gd fmla="val 60156" name="adj"/>
            </a:avLst>
          </a:prstGeom>
          <a:solidFill>
            <a:srgbClr val="75707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8739098" y="3171334"/>
            <a:ext cx="902009" cy="487311"/>
          </a:xfrm>
          <a:prstGeom prst="cube">
            <a:avLst>
              <a:gd fmla="val 60156" name="adj"/>
            </a:avLst>
          </a:prstGeom>
          <a:solidFill>
            <a:srgbClr val="75707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8942045" y="2953512"/>
            <a:ext cx="457076" cy="463879"/>
          </a:xfrm>
          <a:prstGeom prst="roundRect">
            <a:avLst>
              <a:gd fmla="val 16667" name="adj"/>
            </a:avLst>
          </a:prstGeom>
          <a:solidFill>
            <a:srgbClr val="92D05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3" name="Google Shape;193;p4"/>
          <p:cNvSpPr/>
          <p:nvPr/>
        </p:nvSpPr>
        <p:spPr>
          <a:xfrm>
            <a:off x="8356776" y="2927242"/>
            <a:ext cx="457076" cy="463879"/>
          </a:xfrm>
          <a:prstGeom prst="roundRect">
            <a:avLst>
              <a:gd fmla="val 16667" name="adj"/>
            </a:avLst>
          </a:prstGeom>
          <a:solidFill>
            <a:srgbClr val="92D05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9355175" y="3171334"/>
            <a:ext cx="902009" cy="487311"/>
          </a:xfrm>
          <a:prstGeom prst="cube">
            <a:avLst>
              <a:gd fmla="val 60156" name="adj"/>
            </a:avLst>
          </a:prstGeom>
          <a:solidFill>
            <a:srgbClr val="75707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9977055" y="3171334"/>
            <a:ext cx="902009" cy="487311"/>
          </a:xfrm>
          <a:prstGeom prst="cube">
            <a:avLst>
              <a:gd fmla="val 60156" name="adj"/>
            </a:avLst>
          </a:prstGeom>
          <a:solidFill>
            <a:srgbClr val="75707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6" name="Google Shape;196;p4"/>
          <p:cNvSpPr/>
          <p:nvPr/>
        </p:nvSpPr>
        <p:spPr>
          <a:xfrm>
            <a:off x="10194171" y="2934499"/>
            <a:ext cx="457076" cy="463879"/>
          </a:xfrm>
          <a:prstGeom prst="roundRect">
            <a:avLst>
              <a:gd fmla="val 16667" name="adj"/>
            </a:avLst>
          </a:prstGeom>
          <a:solidFill>
            <a:srgbClr val="92D05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7" name="Google Shape;197;p4"/>
          <p:cNvSpPr/>
          <p:nvPr/>
        </p:nvSpPr>
        <p:spPr>
          <a:xfrm>
            <a:off x="9585287" y="2927242"/>
            <a:ext cx="457076" cy="463879"/>
          </a:xfrm>
          <a:prstGeom prst="roundRect">
            <a:avLst>
              <a:gd fmla="val 16667" name="adj"/>
            </a:avLst>
          </a:prstGeom>
          <a:solidFill>
            <a:srgbClr val="92D05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7208942" y="3468331"/>
            <a:ext cx="902009" cy="487311"/>
          </a:xfrm>
          <a:prstGeom prst="cube">
            <a:avLst>
              <a:gd fmla="val 60156" name="adj"/>
            </a:avLst>
          </a:prstGeom>
          <a:solidFill>
            <a:srgbClr val="75707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7448500" y="3224238"/>
            <a:ext cx="457076" cy="463879"/>
          </a:xfrm>
          <a:prstGeom prst="roundRect">
            <a:avLst>
              <a:gd fmla="val 16667" name="adj"/>
            </a:avLst>
          </a:prstGeom>
          <a:solidFill>
            <a:srgbClr val="92D05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0" name="Google Shape;200;p4"/>
          <p:cNvSpPr/>
          <p:nvPr/>
        </p:nvSpPr>
        <p:spPr>
          <a:xfrm>
            <a:off x="7828812" y="3468331"/>
            <a:ext cx="902009" cy="487311"/>
          </a:xfrm>
          <a:prstGeom prst="cube">
            <a:avLst>
              <a:gd fmla="val 60156" name="adj"/>
            </a:avLst>
          </a:prstGeom>
          <a:solidFill>
            <a:srgbClr val="75707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1" name="Google Shape;201;p4"/>
          <p:cNvSpPr/>
          <p:nvPr/>
        </p:nvSpPr>
        <p:spPr>
          <a:xfrm>
            <a:off x="8450692" y="3468331"/>
            <a:ext cx="902009" cy="487311"/>
          </a:xfrm>
          <a:prstGeom prst="cube">
            <a:avLst>
              <a:gd fmla="val 60156" name="adj"/>
            </a:avLst>
          </a:prstGeom>
          <a:solidFill>
            <a:srgbClr val="75707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2" name="Google Shape;202;p4"/>
          <p:cNvSpPr/>
          <p:nvPr/>
        </p:nvSpPr>
        <p:spPr>
          <a:xfrm>
            <a:off x="8653639" y="3250508"/>
            <a:ext cx="457076" cy="463879"/>
          </a:xfrm>
          <a:prstGeom prst="roundRect">
            <a:avLst>
              <a:gd fmla="val 16667" name="adj"/>
            </a:avLst>
          </a:prstGeom>
          <a:solidFill>
            <a:srgbClr val="92D05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8030586" y="3250508"/>
            <a:ext cx="457076" cy="463879"/>
          </a:xfrm>
          <a:prstGeom prst="roundRect">
            <a:avLst>
              <a:gd fmla="val 16667" name="adj"/>
            </a:avLst>
          </a:prstGeom>
          <a:solidFill>
            <a:srgbClr val="92D05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4" name="Google Shape;204;p4"/>
          <p:cNvSpPr/>
          <p:nvPr/>
        </p:nvSpPr>
        <p:spPr>
          <a:xfrm>
            <a:off x="9066769" y="3468331"/>
            <a:ext cx="902009" cy="487311"/>
          </a:xfrm>
          <a:prstGeom prst="cube">
            <a:avLst>
              <a:gd fmla="val 60156" name="adj"/>
            </a:avLst>
          </a:prstGeom>
          <a:solidFill>
            <a:srgbClr val="75707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5" name="Google Shape;205;p4"/>
          <p:cNvSpPr/>
          <p:nvPr/>
        </p:nvSpPr>
        <p:spPr>
          <a:xfrm>
            <a:off x="9688649" y="3468331"/>
            <a:ext cx="902009" cy="487311"/>
          </a:xfrm>
          <a:prstGeom prst="cube">
            <a:avLst>
              <a:gd fmla="val 60156" name="adj"/>
            </a:avLst>
          </a:prstGeom>
          <a:solidFill>
            <a:srgbClr val="75707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9905766" y="3231495"/>
            <a:ext cx="457076" cy="463879"/>
          </a:xfrm>
          <a:prstGeom prst="roundRect">
            <a:avLst>
              <a:gd fmla="val 16667" name="adj"/>
            </a:avLst>
          </a:prstGeom>
          <a:solidFill>
            <a:srgbClr val="92D05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7" name="Google Shape;207;p4"/>
          <p:cNvSpPr/>
          <p:nvPr/>
        </p:nvSpPr>
        <p:spPr>
          <a:xfrm>
            <a:off x="9259097" y="3250508"/>
            <a:ext cx="457076" cy="463879"/>
          </a:xfrm>
          <a:prstGeom prst="roundRect">
            <a:avLst>
              <a:gd fmla="val 16667" name="adj"/>
            </a:avLst>
          </a:prstGeom>
          <a:solidFill>
            <a:srgbClr val="92D05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8" name="Google Shape;208;p4"/>
          <p:cNvSpPr/>
          <p:nvPr/>
        </p:nvSpPr>
        <p:spPr>
          <a:xfrm>
            <a:off x="6920536" y="3765327"/>
            <a:ext cx="902009" cy="487311"/>
          </a:xfrm>
          <a:prstGeom prst="cube">
            <a:avLst>
              <a:gd fmla="val 60156" name="adj"/>
            </a:avLst>
          </a:prstGeom>
          <a:solidFill>
            <a:srgbClr val="75707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9" name="Google Shape;209;p4"/>
          <p:cNvSpPr/>
          <p:nvPr/>
        </p:nvSpPr>
        <p:spPr>
          <a:xfrm>
            <a:off x="7160094" y="3521235"/>
            <a:ext cx="457076" cy="463879"/>
          </a:xfrm>
          <a:prstGeom prst="roundRect">
            <a:avLst>
              <a:gd fmla="val 16667" name="adj"/>
            </a:avLst>
          </a:prstGeom>
          <a:solidFill>
            <a:srgbClr val="92D05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0" name="Google Shape;210;p4"/>
          <p:cNvSpPr/>
          <p:nvPr/>
        </p:nvSpPr>
        <p:spPr>
          <a:xfrm>
            <a:off x="7540407" y="3765327"/>
            <a:ext cx="902009" cy="487311"/>
          </a:xfrm>
          <a:prstGeom prst="cube">
            <a:avLst>
              <a:gd fmla="val 60156" name="adj"/>
            </a:avLst>
          </a:prstGeom>
          <a:solidFill>
            <a:srgbClr val="75707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1" name="Google Shape;211;p4"/>
          <p:cNvSpPr/>
          <p:nvPr/>
        </p:nvSpPr>
        <p:spPr>
          <a:xfrm>
            <a:off x="8162287" y="3765327"/>
            <a:ext cx="902009" cy="487311"/>
          </a:xfrm>
          <a:prstGeom prst="cube">
            <a:avLst>
              <a:gd fmla="val 60156" name="adj"/>
            </a:avLst>
          </a:prstGeom>
          <a:solidFill>
            <a:srgbClr val="75707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2" name="Google Shape;212;p4"/>
          <p:cNvSpPr/>
          <p:nvPr/>
        </p:nvSpPr>
        <p:spPr>
          <a:xfrm>
            <a:off x="8365234" y="3547504"/>
            <a:ext cx="457076" cy="463879"/>
          </a:xfrm>
          <a:prstGeom prst="roundRect">
            <a:avLst>
              <a:gd fmla="val 16667" name="adj"/>
            </a:avLst>
          </a:prstGeom>
          <a:solidFill>
            <a:srgbClr val="92D05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3" name="Google Shape;213;p4"/>
          <p:cNvSpPr/>
          <p:nvPr/>
        </p:nvSpPr>
        <p:spPr>
          <a:xfrm>
            <a:off x="7779965" y="3521235"/>
            <a:ext cx="457076" cy="463879"/>
          </a:xfrm>
          <a:prstGeom prst="roundRect">
            <a:avLst>
              <a:gd fmla="val 16667" name="adj"/>
            </a:avLst>
          </a:prstGeom>
          <a:solidFill>
            <a:srgbClr val="92D05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4" name="Google Shape;214;p4"/>
          <p:cNvSpPr/>
          <p:nvPr/>
        </p:nvSpPr>
        <p:spPr>
          <a:xfrm>
            <a:off x="8778364" y="3765327"/>
            <a:ext cx="902009" cy="487311"/>
          </a:xfrm>
          <a:prstGeom prst="cube">
            <a:avLst>
              <a:gd fmla="val 60156" name="adj"/>
            </a:avLst>
          </a:prstGeom>
          <a:solidFill>
            <a:srgbClr val="75707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5" name="Google Shape;215;p4"/>
          <p:cNvSpPr/>
          <p:nvPr/>
        </p:nvSpPr>
        <p:spPr>
          <a:xfrm>
            <a:off x="9400244" y="3765327"/>
            <a:ext cx="902009" cy="487311"/>
          </a:xfrm>
          <a:prstGeom prst="cube">
            <a:avLst>
              <a:gd fmla="val 60156" name="adj"/>
            </a:avLst>
          </a:prstGeom>
          <a:solidFill>
            <a:srgbClr val="75707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6" name="Google Shape;216;p4"/>
          <p:cNvSpPr/>
          <p:nvPr/>
        </p:nvSpPr>
        <p:spPr>
          <a:xfrm>
            <a:off x="9617360" y="3528492"/>
            <a:ext cx="457076" cy="463879"/>
          </a:xfrm>
          <a:prstGeom prst="roundRect">
            <a:avLst>
              <a:gd fmla="val 16667" name="adj"/>
            </a:avLst>
          </a:prstGeom>
          <a:solidFill>
            <a:srgbClr val="92D05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7" name="Google Shape;217;p4"/>
          <p:cNvSpPr/>
          <p:nvPr/>
        </p:nvSpPr>
        <p:spPr>
          <a:xfrm>
            <a:off x="9008476" y="3528492"/>
            <a:ext cx="457076" cy="463879"/>
          </a:xfrm>
          <a:prstGeom prst="roundRect">
            <a:avLst>
              <a:gd fmla="val 16667" name="adj"/>
            </a:avLst>
          </a:prstGeom>
          <a:solidFill>
            <a:srgbClr val="92D05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8" name="Google Shape;218;p4"/>
          <p:cNvSpPr/>
          <p:nvPr/>
        </p:nvSpPr>
        <p:spPr>
          <a:xfrm>
            <a:off x="6632131" y="4062323"/>
            <a:ext cx="902009" cy="487311"/>
          </a:xfrm>
          <a:prstGeom prst="cube">
            <a:avLst>
              <a:gd fmla="val 60156" name="adj"/>
            </a:avLst>
          </a:prstGeom>
          <a:solidFill>
            <a:srgbClr val="75707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9" name="Google Shape;219;p4"/>
          <p:cNvSpPr/>
          <p:nvPr/>
        </p:nvSpPr>
        <p:spPr>
          <a:xfrm>
            <a:off x="6871689" y="3818231"/>
            <a:ext cx="457076" cy="463879"/>
          </a:xfrm>
          <a:prstGeom prst="roundRect">
            <a:avLst>
              <a:gd fmla="val 16667" name="adj"/>
            </a:avLst>
          </a:prstGeom>
          <a:solidFill>
            <a:srgbClr val="92D05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0" name="Google Shape;220;p4"/>
          <p:cNvSpPr/>
          <p:nvPr/>
        </p:nvSpPr>
        <p:spPr>
          <a:xfrm>
            <a:off x="7252001" y="4062323"/>
            <a:ext cx="902009" cy="487311"/>
          </a:xfrm>
          <a:prstGeom prst="cube">
            <a:avLst>
              <a:gd fmla="val 60156" name="adj"/>
            </a:avLst>
          </a:prstGeom>
          <a:solidFill>
            <a:srgbClr val="75707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1" name="Google Shape;221;p4"/>
          <p:cNvSpPr/>
          <p:nvPr/>
        </p:nvSpPr>
        <p:spPr>
          <a:xfrm>
            <a:off x="7873881" y="4062323"/>
            <a:ext cx="902009" cy="487311"/>
          </a:xfrm>
          <a:prstGeom prst="cube">
            <a:avLst>
              <a:gd fmla="val 60156" name="adj"/>
            </a:avLst>
          </a:prstGeom>
          <a:solidFill>
            <a:srgbClr val="75707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2" name="Google Shape;222;p4"/>
          <p:cNvSpPr/>
          <p:nvPr/>
        </p:nvSpPr>
        <p:spPr>
          <a:xfrm>
            <a:off x="8114613" y="3818231"/>
            <a:ext cx="457076" cy="463879"/>
          </a:xfrm>
          <a:prstGeom prst="roundRect">
            <a:avLst>
              <a:gd fmla="val 16667" name="adj"/>
            </a:avLst>
          </a:prstGeom>
          <a:solidFill>
            <a:srgbClr val="92D05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3" name="Google Shape;223;p4"/>
          <p:cNvSpPr/>
          <p:nvPr/>
        </p:nvSpPr>
        <p:spPr>
          <a:xfrm>
            <a:off x="7491559" y="3818231"/>
            <a:ext cx="457076" cy="463879"/>
          </a:xfrm>
          <a:prstGeom prst="roundRect">
            <a:avLst>
              <a:gd fmla="val 16667" name="adj"/>
            </a:avLst>
          </a:prstGeom>
          <a:solidFill>
            <a:srgbClr val="92D05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4" name="Google Shape;224;p4"/>
          <p:cNvSpPr/>
          <p:nvPr/>
        </p:nvSpPr>
        <p:spPr>
          <a:xfrm>
            <a:off x="8489958" y="4062323"/>
            <a:ext cx="902009" cy="487311"/>
          </a:xfrm>
          <a:prstGeom prst="cube">
            <a:avLst>
              <a:gd fmla="val 60156" name="adj"/>
            </a:avLst>
          </a:prstGeom>
          <a:solidFill>
            <a:srgbClr val="75707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5" name="Google Shape;225;p4"/>
          <p:cNvSpPr/>
          <p:nvPr/>
        </p:nvSpPr>
        <p:spPr>
          <a:xfrm>
            <a:off x="9111838" y="4062323"/>
            <a:ext cx="902009" cy="487311"/>
          </a:xfrm>
          <a:prstGeom prst="cube">
            <a:avLst>
              <a:gd fmla="val 60156" name="adj"/>
            </a:avLst>
          </a:prstGeom>
          <a:solidFill>
            <a:srgbClr val="75707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6" name="Google Shape;226;p4"/>
          <p:cNvSpPr/>
          <p:nvPr/>
        </p:nvSpPr>
        <p:spPr>
          <a:xfrm>
            <a:off x="9328955" y="3825488"/>
            <a:ext cx="457076" cy="463879"/>
          </a:xfrm>
          <a:prstGeom prst="roundRect">
            <a:avLst>
              <a:gd fmla="val 16667" name="adj"/>
            </a:avLst>
          </a:prstGeom>
          <a:solidFill>
            <a:srgbClr val="92D05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7" name="Google Shape;227;p4"/>
          <p:cNvSpPr/>
          <p:nvPr/>
        </p:nvSpPr>
        <p:spPr>
          <a:xfrm>
            <a:off x="8720070" y="3825488"/>
            <a:ext cx="457076" cy="463879"/>
          </a:xfrm>
          <a:prstGeom prst="roundRect">
            <a:avLst>
              <a:gd fmla="val 16667" name="adj"/>
            </a:avLst>
          </a:prstGeom>
          <a:solidFill>
            <a:srgbClr val="92D05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8" name="Google Shape;228;p4"/>
          <p:cNvSpPr/>
          <p:nvPr/>
        </p:nvSpPr>
        <p:spPr>
          <a:xfrm>
            <a:off x="5876640" y="3527324"/>
            <a:ext cx="436526" cy="26161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5"/>
          <p:cNvSpPr/>
          <p:nvPr/>
        </p:nvSpPr>
        <p:spPr>
          <a:xfrm>
            <a:off x="0" y="6661463"/>
            <a:ext cx="12192000" cy="196537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0" y="0"/>
            <a:ext cx="12192000" cy="196537"/>
          </a:xfrm>
          <a:prstGeom prst="rect">
            <a:avLst/>
          </a:prstGeom>
          <a:gradFill>
            <a:gsLst>
              <a:gs pos="0">
                <a:srgbClr val="254061"/>
              </a:gs>
              <a:gs pos="50000">
                <a:srgbClr val="254061"/>
              </a:gs>
              <a:gs pos="77000">
                <a:srgbClr val="C1C5CD"/>
              </a:gs>
              <a:gs pos="100000">
                <a:srgbClr val="E1E2E5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5" name="Google Shape;235;p5"/>
          <p:cNvSpPr txBox="1"/>
          <p:nvPr/>
        </p:nvSpPr>
        <p:spPr>
          <a:xfrm>
            <a:off x="5463375" y="6628926"/>
            <a:ext cx="126305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Ver.1.0.0</a:t>
            </a:r>
            <a:endParaRPr b="1" sz="105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36" name="Google Shape;236;p5"/>
          <p:cNvPicPr preferRelativeResize="0"/>
          <p:nvPr/>
        </p:nvPicPr>
        <p:blipFill rotWithShape="1">
          <a:blip r:embed="rId3">
            <a:alphaModFix/>
          </a:blip>
          <a:srcRect b="0" l="0" r="0" t="7981"/>
          <a:stretch/>
        </p:blipFill>
        <p:spPr>
          <a:xfrm>
            <a:off x="11608357" y="6661463"/>
            <a:ext cx="581449" cy="165234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5"/>
          <p:cNvSpPr txBox="1"/>
          <p:nvPr>
            <p:ph idx="12" type="sldNum"/>
          </p:nvPr>
        </p:nvSpPr>
        <p:spPr>
          <a:xfrm>
            <a:off x="9824484" y="1"/>
            <a:ext cx="2367516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8" name="Google Shape;238;p5"/>
          <p:cNvSpPr txBox="1"/>
          <p:nvPr>
            <p:ph idx="11" type="ftr"/>
          </p:nvPr>
        </p:nvSpPr>
        <p:spPr>
          <a:xfrm>
            <a:off x="0" y="3175"/>
            <a:ext cx="34906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PUZ_08_스위치 퍼즐 시스템 기획서</a:t>
            </a:r>
            <a:endParaRPr/>
          </a:p>
        </p:txBody>
      </p:sp>
      <p:sp>
        <p:nvSpPr>
          <p:cNvPr id="239" name="Google Shape;239;p5"/>
          <p:cNvSpPr txBox="1"/>
          <p:nvPr/>
        </p:nvSpPr>
        <p:spPr>
          <a:xfrm>
            <a:off x="157882" y="624365"/>
            <a:ext cx="31576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| 스위치 퍼즐 기본 룰</a:t>
            </a:r>
            <a:endParaRPr/>
          </a:p>
        </p:txBody>
      </p:sp>
      <p:sp>
        <p:nvSpPr>
          <p:cNvPr id="240" name="Google Shape;240;p5"/>
          <p:cNvSpPr txBox="1"/>
          <p:nvPr/>
        </p:nvSpPr>
        <p:spPr>
          <a:xfrm>
            <a:off x="524322" y="1113706"/>
            <a:ext cx="11143356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클리어 조건</a:t>
            </a:r>
            <a:b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제한 시간 안에 모든 키를 눌린 상태로 만들 시 클리어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095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실패 조건</a:t>
            </a:r>
            <a:b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제한 시간 동안 모든 키를 누르지 못 할 시 실패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095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 시스템</a:t>
            </a:r>
            <a:b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해킹 패널위에 오브젝트가 생성 (키 판, 키 캡)</a:t>
            </a:r>
            <a:b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오브젝트(키 캡)은 녹색과 빨간색으로 구분된다.</a:t>
            </a:r>
            <a:endParaRPr/>
          </a:p>
          <a:p>
            <a:pPr indent="-2095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규격 및 사이즈</a:t>
            </a:r>
            <a:b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단일 키 판 (1*1)=(7cm*7cm)</a:t>
            </a:r>
            <a:b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완성된 키 판 (5*5)=(35cm*35cm)</a:t>
            </a:r>
            <a:b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키 캡(1*1)=(6cm*6cm)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6"/>
          <p:cNvSpPr/>
          <p:nvPr/>
        </p:nvSpPr>
        <p:spPr>
          <a:xfrm>
            <a:off x="0" y="6661463"/>
            <a:ext cx="12192000" cy="196537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0" y="0"/>
            <a:ext cx="12192000" cy="196537"/>
          </a:xfrm>
          <a:prstGeom prst="rect">
            <a:avLst/>
          </a:prstGeom>
          <a:gradFill>
            <a:gsLst>
              <a:gs pos="0">
                <a:srgbClr val="254061"/>
              </a:gs>
              <a:gs pos="50000">
                <a:srgbClr val="254061"/>
              </a:gs>
              <a:gs pos="77000">
                <a:srgbClr val="C1C5CD"/>
              </a:gs>
              <a:gs pos="100000">
                <a:srgbClr val="E1E2E5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7" name="Google Shape;247;p6"/>
          <p:cNvSpPr txBox="1"/>
          <p:nvPr/>
        </p:nvSpPr>
        <p:spPr>
          <a:xfrm>
            <a:off x="5463375" y="6628926"/>
            <a:ext cx="126305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Ver.1.0.0</a:t>
            </a:r>
            <a:endParaRPr b="1" sz="105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48" name="Google Shape;248;p6"/>
          <p:cNvPicPr preferRelativeResize="0"/>
          <p:nvPr/>
        </p:nvPicPr>
        <p:blipFill rotWithShape="1">
          <a:blip r:embed="rId3">
            <a:alphaModFix/>
          </a:blip>
          <a:srcRect b="0" l="0" r="0" t="7981"/>
          <a:stretch/>
        </p:blipFill>
        <p:spPr>
          <a:xfrm>
            <a:off x="11608357" y="6661463"/>
            <a:ext cx="581449" cy="165234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6"/>
          <p:cNvSpPr txBox="1"/>
          <p:nvPr/>
        </p:nvSpPr>
        <p:spPr>
          <a:xfrm>
            <a:off x="157882" y="624365"/>
            <a:ext cx="31576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| 키 판</a:t>
            </a:r>
            <a:endParaRPr/>
          </a:p>
        </p:txBody>
      </p:sp>
      <p:sp>
        <p:nvSpPr>
          <p:cNvPr id="250" name="Google Shape;250;p6"/>
          <p:cNvSpPr txBox="1"/>
          <p:nvPr/>
        </p:nvSpPr>
        <p:spPr>
          <a:xfrm>
            <a:off x="2303327" y="2456799"/>
            <a:ext cx="63635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5(35cm)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51" name="Google Shape;251;p6"/>
          <p:cNvGrpSpPr/>
          <p:nvPr/>
        </p:nvGrpSpPr>
        <p:grpSpPr>
          <a:xfrm>
            <a:off x="1713252" y="2518465"/>
            <a:ext cx="1777435" cy="469524"/>
            <a:chOff x="2188471" y="1457762"/>
            <a:chExt cx="2505535" cy="234137"/>
          </a:xfrm>
        </p:grpSpPr>
        <p:cxnSp>
          <p:nvCxnSpPr>
            <p:cNvPr id="252" name="Google Shape;252;p6"/>
            <p:cNvCxnSpPr/>
            <p:nvPr/>
          </p:nvCxnSpPr>
          <p:spPr>
            <a:xfrm rot="10800000">
              <a:off x="2188471" y="1457762"/>
              <a:ext cx="0" cy="23413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3" name="Google Shape;253;p6"/>
            <p:cNvCxnSpPr/>
            <p:nvPr/>
          </p:nvCxnSpPr>
          <p:spPr>
            <a:xfrm rot="10800000">
              <a:off x="4694006" y="1457762"/>
              <a:ext cx="0" cy="23413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4" name="Google Shape;254;p6"/>
            <p:cNvCxnSpPr/>
            <p:nvPr/>
          </p:nvCxnSpPr>
          <p:spPr>
            <a:xfrm>
              <a:off x="2188471" y="1574424"/>
              <a:ext cx="2505535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55" name="Google Shape;255;p6"/>
          <p:cNvGrpSpPr/>
          <p:nvPr/>
        </p:nvGrpSpPr>
        <p:grpSpPr>
          <a:xfrm rot="5400000">
            <a:off x="2877806" y="3700163"/>
            <a:ext cx="1828800" cy="469524"/>
            <a:chOff x="2188471" y="1457762"/>
            <a:chExt cx="2505535" cy="234137"/>
          </a:xfrm>
        </p:grpSpPr>
        <p:cxnSp>
          <p:nvCxnSpPr>
            <p:cNvPr id="256" name="Google Shape;256;p6"/>
            <p:cNvCxnSpPr/>
            <p:nvPr/>
          </p:nvCxnSpPr>
          <p:spPr>
            <a:xfrm rot="10800000">
              <a:off x="2188471" y="1457762"/>
              <a:ext cx="0" cy="23413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7" name="Google Shape;257;p6"/>
            <p:cNvCxnSpPr/>
            <p:nvPr/>
          </p:nvCxnSpPr>
          <p:spPr>
            <a:xfrm rot="10800000">
              <a:off x="4694006" y="1457762"/>
              <a:ext cx="0" cy="23413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8" name="Google Shape;258;p6"/>
            <p:cNvCxnSpPr/>
            <p:nvPr/>
          </p:nvCxnSpPr>
          <p:spPr>
            <a:xfrm>
              <a:off x="2188471" y="1574424"/>
              <a:ext cx="2505535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aphicFrame>
        <p:nvGraphicFramePr>
          <p:cNvPr id="259" name="Google Shape;259;p6"/>
          <p:cNvGraphicFramePr/>
          <p:nvPr/>
        </p:nvGraphicFramePr>
        <p:xfrm>
          <a:off x="1697981" y="30205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{77324CCF-3DF2-4FA7-91E1-F728410A4AE4}</a:tableStyleId>
              </a:tblPr>
              <a:tblGrid>
                <a:gridCol w="358550"/>
                <a:gridCol w="358550"/>
                <a:gridCol w="358550"/>
                <a:gridCol w="358550"/>
                <a:gridCol w="3585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A1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A2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A3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A4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A5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B1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B2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B3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B4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B5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C1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C2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C3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C4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C5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D1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D2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D3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D4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D5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E1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E2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E3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E4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E5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</a:tbl>
          </a:graphicData>
        </a:graphic>
      </p:graphicFrame>
      <p:sp>
        <p:nvSpPr>
          <p:cNvPr id="260" name="Google Shape;260;p6"/>
          <p:cNvSpPr txBox="1"/>
          <p:nvPr>
            <p:ph idx="12" type="sldNum"/>
          </p:nvPr>
        </p:nvSpPr>
        <p:spPr>
          <a:xfrm>
            <a:off x="9824484" y="1"/>
            <a:ext cx="2367516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1" name="Google Shape;261;p6"/>
          <p:cNvSpPr txBox="1"/>
          <p:nvPr>
            <p:ph idx="11" type="ftr"/>
          </p:nvPr>
        </p:nvSpPr>
        <p:spPr>
          <a:xfrm>
            <a:off x="0" y="3175"/>
            <a:ext cx="34906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PUZ_08_스위치 퍼즐 시스템 기획서</a:t>
            </a:r>
            <a:endParaRPr/>
          </a:p>
        </p:txBody>
      </p:sp>
      <p:sp>
        <p:nvSpPr>
          <p:cNvPr id="262" name="Google Shape;262;p6"/>
          <p:cNvSpPr txBox="1"/>
          <p:nvPr/>
        </p:nvSpPr>
        <p:spPr>
          <a:xfrm>
            <a:off x="3847209" y="3821360"/>
            <a:ext cx="63635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5(35cm)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5489613" y="4504822"/>
            <a:ext cx="333617" cy="333617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4" name="Google Shape;264;p6"/>
          <p:cNvSpPr txBox="1"/>
          <p:nvPr/>
        </p:nvSpPr>
        <p:spPr>
          <a:xfrm>
            <a:off x="5860744" y="4546576"/>
            <a:ext cx="43297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7cm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5" name="Google Shape;265;p6"/>
          <p:cNvSpPr txBox="1"/>
          <p:nvPr/>
        </p:nvSpPr>
        <p:spPr>
          <a:xfrm>
            <a:off x="5439934" y="4226065"/>
            <a:ext cx="43297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7cm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6" name="Google Shape;266;p6"/>
          <p:cNvSpPr txBox="1"/>
          <p:nvPr/>
        </p:nvSpPr>
        <p:spPr>
          <a:xfrm>
            <a:off x="5209069" y="5047391"/>
            <a:ext cx="90922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단일 키 판</a:t>
            </a:r>
            <a:endParaRPr/>
          </a:p>
        </p:txBody>
      </p:sp>
      <p:sp>
        <p:nvSpPr>
          <p:cNvPr id="267" name="Google Shape;267;p6"/>
          <p:cNvSpPr txBox="1"/>
          <p:nvPr/>
        </p:nvSpPr>
        <p:spPr>
          <a:xfrm>
            <a:off x="2313225" y="5047391"/>
            <a:ext cx="54694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키 판</a:t>
            </a:r>
            <a:endParaRPr/>
          </a:p>
        </p:txBody>
      </p:sp>
      <p:sp>
        <p:nvSpPr>
          <p:cNvPr id="268" name="Google Shape;268;p6"/>
          <p:cNvSpPr txBox="1"/>
          <p:nvPr/>
        </p:nvSpPr>
        <p:spPr>
          <a:xfrm>
            <a:off x="524322" y="1113706"/>
            <a:ext cx="1114335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모든 라운드는 5*5 키 판에서 플레이 한다.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7"/>
          <p:cNvSpPr/>
          <p:nvPr/>
        </p:nvSpPr>
        <p:spPr>
          <a:xfrm>
            <a:off x="0" y="6661463"/>
            <a:ext cx="12192000" cy="196537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0" y="0"/>
            <a:ext cx="12192000" cy="196537"/>
          </a:xfrm>
          <a:prstGeom prst="rect">
            <a:avLst/>
          </a:prstGeom>
          <a:gradFill>
            <a:gsLst>
              <a:gs pos="0">
                <a:srgbClr val="254061"/>
              </a:gs>
              <a:gs pos="50000">
                <a:srgbClr val="254061"/>
              </a:gs>
              <a:gs pos="77000">
                <a:srgbClr val="C1C5CD"/>
              </a:gs>
              <a:gs pos="100000">
                <a:srgbClr val="E1E2E5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5" name="Google Shape;275;p7"/>
          <p:cNvSpPr txBox="1"/>
          <p:nvPr/>
        </p:nvSpPr>
        <p:spPr>
          <a:xfrm>
            <a:off x="5463375" y="6628926"/>
            <a:ext cx="126305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Ver.1.0.0</a:t>
            </a:r>
            <a:endParaRPr b="1" sz="105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76" name="Google Shape;276;p7"/>
          <p:cNvPicPr preferRelativeResize="0"/>
          <p:nvPr/>
        </p:nvPicPr>
        <p:blipFill rotWithShape="1">
          <a:blip r:embed="rId3">
            <a:alphaModFix/>
          </a:blip>
          <a:srcRect b="0" l="0" r="0" t="7981"/>
          <a:stretch/>
        </p:blipFill>
        <p:spPr>
          <a:xfrm>
            <a:off x="11608357" y="6661463"/>
            <a:ext cx="581449" cy="165234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7"/>
          <p:cNvSpPr txBox="1"/>
          <p:nvPr/>
        </p:nvSpPr>
        <p:spPr>
          <a:xfrm>
            <a:off x="157882" y="624365"/>
            <a:ext cx="31576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| 키 판</a:t>
            </a:r>
            <a:endParaRPr/>
          </a:p>
        </p:txBody>
      </p:sp>
      <p:sp>
        <p:nvSpPr>
          <p:cNvPr id="278" name="Google Shape;278;p7"/>
          <p:cNvSpPr txBox="1"/>
          <p:nvPr>
            <p:ph idx="12" type="sldNum"/>
          </p:nvPr>
        </p:nvSpPr>
        <p:spPr>
          <a:xfrm>
            <a:off x="9824484" y="1"/>
            <a:ext cx="2367516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9" name="Google Shape;279;p7"/>
          <p:cNvSpPr txBox="1"/>
          <p:nvPr>
            <p:ph idx="11" type="ftr"/>
          </p:nvPr>
        </p:nvSpPr>
        <p:spPr>
          <a:xfrm>
            <a:off x="0" y="3175"/>
            <a:ext cx="34906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PUZ_08_스위치 퍼즐 시스템 기획서</a:t>
            </a:r>
            <a:endParaRPr/>
          </a:p>
        </p:txBody>
      </p:sp>
      <p:sp>
        <p:nvSpPr>
          <p:cNvPr id="280" name="Google Shape;280;p7"/>
          <p:cNvSpPr txBox="1"/>
          <p:nvPr/>
        </p:nvSpPr>
        <p:spPr>
          <a:xfrm>
            <a:off x="524322" y="1113706"/>
            <a:ext cx="1114335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키 판의 사용 여부는 FREE로 표기 한다.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FREE의 좌표에는 아무런 오브젝트가 생성되지 않는다.</a:t>
            </a:r>
            <a:endParaRPr/>
          </a:p>
          <a:p>
            <a:pPr indent="-2095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81" name="Google Shape;281;p7"/>
          <p:cNvGraphicFramePr/>
          <p:nvPr/>
        </p:nvGraphicFramePr>
        <p:xfrm>
          <a:off x="4405086" y="21012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{77324CCF-3DF2-4FA7-91E1-F728410A4AE4}</a:tableStyleId>
              </a:tblPr>
              <a:tblGrid>
                <a:gridCol w="582025"/>
                <a:gridCol w="582025"/>
                <a:gridCol w="582025"/>
                <a:gridCol w="582025"/>
                <a:gridCol w="582025"/>
              </a:tblGrid>
              <a:tr h="593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FREE</a:t>
                      </a:r>
                      <a:endParaRPr b="1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4225" marB="74225" marR="148425" marL="148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FREE</a:t>
                      </a:r>
                      <a:endParaRPr b="1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4225" marB="74225" marR="148425" marL="148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FREE</a:t>
                      </a:r>
                      <a:endParaRPr b="1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4225" marB="74225" marR="148425" marL="148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FREE</a:t>
                      </a:r>
                      <a:endParaRPr b="1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4225" marB="74225" marR="148425" marL="148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FREE</a:t>
                      </a:r>
                      <a:endParaRPr b="1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4225" marB="74225" marR="148425" marL="148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</a:tr>
              <a:tr h="593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FREE</a:t>
                      </a:r>
                      <a:endParaRPr b="1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4225" marB="74225" marR="148425" marL="148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 u="none" cap="none" strike="noStrike">
                          <a:solidFill>
                            <a:schemeClr val="dk1"/>
                          </a:solidFill>
                        </a:rPr>
                        <a:t>B2</a:t>
                      </a:r>
                      <a:endParaRPr b="1" sz="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74225" marB="74225" marR="148425" marL="148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 u="none" cap="none" strike="noStrike">
                          <a:solidFill>
                            <a:schemeClr val="dk1"/>
                          </a:solidFill>
                        </a:rPr>
                        <a:t>B3</a:t>
                      </a:r>
                      <a:endParaRPr b="1" sz="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74225" marB="74225" marR="148425" marL="148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 u="none" cap="none" strike="noStrike">
                          <a:solidFill>
                            <a:schemeClr val="dk1"/>
                          </a:solidFill>
                        </a:rPr>
                        <a:t>B4</a:t>
                      </a:r>
                      <a:endParaRPr b="1" sz="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74225" marB="74225" marR="148425" marL="148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FREE</a:t>
                      </a:r>
                      <a:endParaRPr b="1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4225" marB="74225" marR="148425" marL="148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</a:tr>
              <a:tr h="593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FREE</a:t>
                      </a:r>
                      <a:endParaRPr b="1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4225" marB="74225" marR="148425" marL="148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 u="none" cap="none" strike="noStrike">
                          <a:solidFill>
                            <a:schemeClr val="dk1"/>
                          </a:solidFill>
                        </a:rPr>
                        <a:t>C2</a:t>
                      </a:r>
                      <a:endParaRPr b="1" sz="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74225" marB="74225" marR="148425" marL="148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 u="none" cap="none" strike="noStrike">
                          <a:solidFill>
                            <a:schemeClr val="dk1"/>
                          </a:solidFill>
                        </a:rPr>
                        <a:t>C3</a:t>
                      </a:r>
                      <a:endParaRPr b="1" sz="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74225" marB="74225" marR="148425" marL="148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 u="none" cap="none" strike="noStrike">
                          <a:solidFill>
                            <a:schemeClr val="dk1"/>
                          </a:solidFill>
                        </a:rPr>
                        <a:t>C4</a:t>
                      </a:r>
                      <a:endParaRPr b="1" sz="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74225" marB="74225" marR="148425" marL="148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FREE</a:t>
                      </a:r>
                      <a:endParaRPr b="1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4225" marB="74225" marR="148425" marL="148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</a:tr>
              <a:tr h="593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FREE</a:t>
                      </a:r>
                      <a:endParaRPr b="1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4225" marB="74225" marR="148425" marL="148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 u="none" cap="none" strike="noStrike">
                          <a:solidFill>
                            <a:schemeClr val="dk1"/>
                          </a:solidFill>
                        </a:rPr>
                        <a:t>D2</a:t>
                      </a:r>
                      <a:endParaRPr b="1" sz="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74225" marB="74225" marR="148425" marL="148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 u="none" cap="none" strike="noStrike">
                          <a:solidFill>
                            <a:schemeClr val="dk1"/>
                          </a:solidFill>
                        </a:rPr>
                        <a:t>D3</a:t>
                      </a:r>
                      <a:endParaRPr b="1" sz="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74225" marB="74225" marR="148425" marL="148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 u="none" cap="none" strike="noStrike">
                          <a:solidFill>
                            <a:schemeClr val="dk1"/>
                          </a:solidFill>
                        </a:rPr>
                        <a:t>D4</a:t>
                      </a:r>
                      <a:endParaRPr b="1" sz="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74225" marB="74225" marR="148425" marL="148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FREE</a:t>
                      </a:r>
                      <a:endParaRPr b="1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4225" marB="74225" marR="148425" marL="148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</a:tr>
              <a:tr h="593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FREE</a:t>
                      </a:r>
                      <a:endParaRPr b="1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4225" marB="74225" marR="148425" marL="148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FREE</a:t>
                      </a:r>
                      <a:endParaRPr b="1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4225" marB="74225" marR="148425" marL="148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FREE</a:t>
                      </a:r>
                      <a:endParaRPr b="1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4225" marB="74225" marR="148425" marL="148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FREE</a:t>
                      </a:r>
                      <a:endParaRPr b="1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4225" marB="74225" marR="148425" marL="148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FREE</a:t>
                      </a:r>
                      <a:endParaRPr b="1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4225" marB="74225" marR="148425" marL="148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sp>
        <p:nvSpPr>
          <p:cNvPr id="282" name="Google Shape;282;p7"/>
          <p:cNvSpPr/>
          <p:nvPr/>
        </p:nvSpPr>
        <p:spPr>
          <a:xfrm>
            <a:off x="4992857" y="2706715"/>
            <a:ext cx="1725047" cy="1757867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3" name="Google Shape;283;p7"/>
          <p:cNvSpPr txBox="1"/>
          <p:nvPr/>
        </p:nvSpPr>
        <p:spPr>
          <a:xfrm>
            <a:off x="4412719" y="5095414"/>
            <a:ext cx="288532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키 판 (3*3) 사용 시</a:t>
            </a:r>
            <a:endParaRPr/>
          </a:p>
        </p:txBody>
      </p:sp>
      <p:grpSp>
        <p:nvGrpSpPr>
          <p:cNvPr id="284" name="Google Shape;284;p7"/>
          <p:cNvGrpSpPr/>
          <p:nvPr/>
        </p:nvGrpSpPr>
        <p:grpSpPr>
          <a:xfrm>
            <a:off x="157883" y="5858669"/>
            <a:ext cx="11653272" cy="551946"/>
            <a:chOff x="-278070" y="5633432"/>
            <a:chExt cx="12470061" cy="590632"/>
          </a:xfrm>
        </p:grpSpPr>
        <p:pic>
          <p:nvPicPr>
            <p:cNvPr id="285" name="Google Shape;28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93658" y="5633432"/>
              <a:ext cx="11698333" cy="5906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6" name="Google Shape;286;p7"/>
            <p:cNvPicPr preferRelativeResize="0"/>
            <p:nvPr/>
          </p:nvPicPr>
          <p:blipFill rotWithShape="1">
            <a:blip r:embed="rId5">
              <a:alphaModFix/>
            </a:blip>
            <a:srcRect b="0" l="0" r="84959" t="0"/>
            <a:stretch/>
          </p:blipFill>
          <p:spPr>
            <a:xfrm>
              <a:off x="-278070" y="5675563"/>
              <a:ext cx="1725050" cy="5063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8"/>
          <p:cNvSpPr/>
          <p:nvPr/>
        </p:nvSpPr>
        <p:spPr>
          <a:xfrm>
            <a:off x="0" y="6661463"/>
            <a:ext cx="12192000" cy="196537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0" y="0"/>
            <a:ext cx="12192000" cy="196537"/>
          </a:xfrm>
          <a:prstGeom prst="rect">
            <a:avLst/>
          </a:prstGeom>
          <a:gradFill>
            <a:gsLst>
              <a:gs pos="0">
                <a:srgbClr val="254061"/>
              </a:gs>
              <a:gs pos="50000">
                <a:srgbClr val="254061"/>
              </a:gs>
              <a:gs pos="77000">
                <a:srgbClr val="C1C5CD"/>
              </a:gs>
              <a:gs pos="100000">
                <a:srgbClr val="E1E2E5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3" name="Google Shape;293;p8"/>
          <p:cNvSpPr txBox="1"/>
          <p:nvPr/>
        </p:nvSpPr>
        <p:spPr>
          <a:xfrm>
            <a:off x="5463375" y="6628926"/>
            <a:ext cx="126305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Ver.1.0.0</a:t>
            </a:r>
            <a:endParaRPr b="1" sz="105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94" name="Google Shape;294;p8"/>
          <p:cNvPicPr preferRelativeResize="0"/>
          <p:nvPr/>
        </p:nvPicPr>
        <p:blipFill rotWithShape="1">
          <a:blip r:embed="rId3">
            <a:alphaModFix/>
          </a:blip>
          <a:srcRect b="0" l="0" r="0" t="7981"/>
          <a:stretch/>
        </p:blipFill>
        <p:spPr>
          <a:xfrm>
            <a:off x="11608357" y="6661463"/>
            <a:ext cx="581449" cy="165234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8"/>
          <p:cNvSpPr txBox="1"/>
          <p:nvPr/>
        </p:nvSpPr>
        <p:spPr>
          <a:xfrm>
            <a:off x="157882" y="624365"/>
            <a:ext cx="31576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| 키 판</a:t>
            </a:r>
            <a:endParaRPr/>
          </a:p>
        </p:txBody>
      </p:sp>
      <p:sp>
        <p:nvSpPr>
          <p:cNvPr id="296" name="Google Shape;296;p8"/>
          <p:cNvSpPr txBox="1"/>
          <p:nvPr>
            <p:ph idx="12" type="sldNum"/>
          </p:nvPr>
        </p:nvSpPr>
        <p:spPr>
          <a:xfrm>
            <a:off x="9824484" y="1"/>
            <a:ext cx="2367516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7" name="Google Shape;297;p8"/>
          <p:cNvSpPr txBox="1"/>
          <p:nvPr>
            <p:ph idx="11" type="ftr"/>
          </p:nvPr>
        </p:nvSpPr>
        <p:spPr>
          <a:xfrm>
            <a:off x="0" y="3175"/>
            <a:ext cx="34906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PUZ_08_스위치 퍼즐 시스템 기획서</a:t>
            </a:r>
            <a:endParaRPr/>
          </a:p>
        </p:txBody>
      </p:sp>
      <p:sp>
        <p:nvSpPr>
          <p:cNvPr id="298" name="Google Shape;298;p8"/>
          <p:cNvSpPr txBox="1"/>
          <p:nvPr/>
        </p:nvSpPr>
        <p:spPr>
          <a:xfrm>
            <a:off x="524322" y="1113706"/>
            <a:ext cx="1114335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키 판 생성 연출 러시아워 퍼즐과 동일</a:t>
            </a:r>
            <a:endParaRPr b="1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1*1 키 판은 각각 랜덤하게 확장되며 생성된다.</a:t>
            </a:r>
            <a:b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모든 타일이 생성되는데 걸리는 시간 (1초)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모든 녹색 키 캡이 생성된 후 키 캡이 필드데이터에 따라 동시에 눌리며 녹색으로 변한다. (0.2초)</a:t>
            </a:r>
            <a:endParaRPr/>
          </a:p>
        </p:txBody>
      </p:sp>
      <p:grpSp>
        <p:nvGrpSpPr>
          <p:cNvPr id="299" name="Google Shape;299;p8"/>
          <p:cNvGrpSpPr/>
          <p:nvPr/>
        </p:nvGrpSpPr>
        <p:grpSpPr>
          <a:xfrm>
            <a:off x="425961" y="2285137"/>
            <a:ext cx="2344581" cy="2336468"/>
            <a:chOff x="1422725" y="2285136"/>
            <a:chExt cx="2804255" cy="2794551"/>
          </a:xfrm>
        </p:grpSpPr>
        <p:sp>
          <p:nvSpPr>
            <p:cNvPr id="300" name="Google Shape;300;p8"/>
            <p:cNvSpPr/>
            <p:nvPr/>
          </p:nvSpPr>
          <p:spPr>
            <a:xfrm>
              <a:off x="1422725" y="2285136"/>
              <a:ext cx="560851" cy="55891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1" name="Google Shape;301;p8"/>
            <p:cNvSpPr/>
            <p:nvPr/>
          </p:nvSpPr>
          <p:spPr>
            <a:xfrm>
              <a:off x="1983576" y="2285136"/>
              <a:ext cx="560851" cy="55891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2" name="Google Shape;302;p8"/>
            <p:cNvSpPr/>
            <p:nvPr/>
          </p:nvSpPr>
          <p:spPr>
            <a:xfrm>
              <a:off x="2544427" y="2285136"/>
              <a:ext cx="560851" cy="55891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3" name="Google Shape;303;p8"/>
            <p:cNvSpPr/>
            <p:nvPr/>
          </p:nvSpPr>
          <p:spPr>
            <a:xfrm>
              <a:off x="3105278" y="2285136"/>
              <a:ext cx="560851" cy="55891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4" name="Google Shape;304;p8"/>
            <p:cNvSpPr/>
            <p:nvPr/>
          </p:nvSpPr>
          <p:spPr>
            <a:xfrm>
              <a:off x="3666129" y="2285136"/>
              <a:ext cx="560851" cy="55891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5" name="Google Shape;305;p8"/>
            <p:cNvSpPr/>
            <p:nvPr/>
          </p:nvSpPr>
          <p:spPr>
            <a:xfrm>
              <a:off x="1422725" y="2844046"/>
              <a:ext cx="560851" cy="55891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6" name="Google Shape;306;p8"/>
            <p:cNvSpPr/>
            <p:nvPr/>
          </p:nvSpPr>
          <p:spPr>
            <a:xfrm>
              <a:off x="1983576" y="2844046"/>
              <a:ext cx="560851" cy="55891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7" name="Google Shape;307;p8"/>
            <p:cNvSpPr/>
            <p:nvPr/>
          </p:nvSpPr>
          <p:spPr>
            <a:xfrm>
              <a:off x="2544427" y="2844046"/>
              <a:ext cx="560851" cy="55891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8" name="Google Shape;308;p8"/>
            <p:cNvSpPr/>
            <p:nvPr/>
          </p:nvSpPr>
          <p:spPr>
            <a:xfrm>
              <a:off x="3105278" y="2844046"/>
              <a:ext cx="560851" cy="55891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9" name="Google Shape;309;p8"/>
            <p:cNvSpPr/>
            <p:nvPr/>
          </p:nvSpPr>
          <p:spPr>
            <a:xfrm>
              <a:off x="3666129" y="2844046"/>
              <a:ext cx="560851" cy="55891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10" name="Google Shape;310;p8"/>
            <p:cNvSpPr/>
            <p:nvPr/>
          </p:nvSpPr>
          <p:spPr>
            <a:xfrm>
              <a:off x="1422725" y="3402956"/>
              <a:ext cx="560851" cy="55891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11" name="Google Shape;311;p8"/>
            <p:cNvSpPr/>
            <p:nvPr/>
          </p:nvSpPr>
          <p:spPr>
            <a:xfrm>
              <a:off x="1983576" y="3402956"/>
              <a:ext cx="560851" cy="55891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12" name="Google Shape;312;p8"/>
            <p:cNvSpPr/>
            <p:nvPr/>
          </p:nvSpPr>
          <p:spPr>
            <a:xfrm>
              <a:off x="2544427" y="3402956"/>
              <a:ext cx="560851" cy="55891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13" name="Google Shape;313;p8"/>
            <p:cNvSpPr/>
            <p:nvPr/>
          </p:nvSpPr>
          <p:spPr>
            <a:xfrm>
              <a:off x="3105278" y="3402956"/>
              <a:ext cx="560851" cy="55891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14" name="Google Shape;314;p8"/>
            <p:cNvSpPr/>
            <p:nvPr/>
          </p:nvSpPr>
          <p:spPr>
            <a:xfrm>
              <a:off x="3666129" y="3402956"/>
              <a:ext cx="560851" cy="55891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15" name="Google Shape;315;p8"/>
            <p:cNvSpPr/>
            <p:nvPr/>
          </p:nvSpPr>
          <p:spPr>
            <a:xfrm>
              <a:off x="1422725" y="3961867"/>
              <a:ext cx="560851" cy="55891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16" name="Google Shape;316;p8"/>
            <p:cNvSpPr/>
            <p:nvPr/>
          </p:nvSpPr>
          <p:spPr>
            <a:xfrm>
              <a:off x="1983576" y="3961867"/>
              <a:ext cx="560851" cy="55891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17" name="Google Shape;317;p8"/>
            <p:cNvSpPr/>
            <p:nvPr/>
          </p:nvSpPr>
          <p:spPr>
            <a:xfrm>
              <a:off x="2544427" y="3961867"/>
              <a:ext cx="560851" cy="55891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18" name="Google Shape;318;p8"/>
            <p:cNvSpPr/>
            <p:nvPr/>
          </p:nvSpPr>
          <p:spPr>
            <a:xfrm>
              <a:off x="3105278" y="3961867"/>
              <a:ext cx="560851" cy="55891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19" name="Google Shape;319;p8"/>
            <p:cNvSpPr/>
            <p:nvPr/>
          </p:nvSpPr>
          <p:spPr>
            <a:xfrm>
              <a:off x="3666129" y="3961867"/>
              <a:ext cx="560851" cy="55891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0" name="Google Shape;320;p8"/>
            <p:cNvSpPr/>
            <p:nvPr/>
          </p:nvSpPr>
          <p:spPr>
            <a:xfrm>
              <a:off x="1422725" y="4520777"/>
              <a:ext cx="560851" cy="55891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1" name="Google Shape;321;p8"/>
            <p:cNvSpPr/>
            <p:nvPr/>
          </p:nvSpPr>
          <p:spPr>
            <a:xfrm>
              <a:off x="1983576" y="4520777"/>
              <a:ext cx="560851" cy="55891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2" name="Google Shape;322;p8"/>
            <p:cNvSpPr/>
            <p:nvPr/>
          </p:nvSpPr>
          <p:spPr>
            <a:xfrm>
              <a:off x="2544427" y="4520777"/>
              <a:ext cx="560851" cy="55891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3" name="Google Shape;323;p8"/>
            <p:cNvSpPr/>
            <p:nvPr/>
          </p:nvSpPr>
          <p:spPr>
            <a:xfrm>
              <a:off x="3105278" y="4520777"/>
              <a:ext cx="560851" cy="55891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4" name="Google Shape;324;p8"/>
            <p:cNvSpPr/>
            <p:nvPr/>
          </p:nvSpPr>
          <p:spPr>
            <a:xfrm>
              <a:off x="3666129" y="4520777"/>
              <a:ext cx="560851" cy="55891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325" name="Google Shape;325;p8"/>
          <p:cNvGrpSpPr/>
          <p:nvPr/>
        </p:nvGrpSpPr>
        <p:grpSpPr>
          <a:xfrm>
            <a:off x="6357385" y="2285137"/>
            <a:ext cx="2344581" cy="2336468"/>
            <a:chOff x="7899726" y="2285136"/>
            <a:chExt cx="2804255" cy="2794551"/>
          </a:xfrm>
        </p:grpSpPr>
        <p:sp>
          <p:nvSpPr>
            <p:cNvPr id="326" name="Google Shape;326;p8"/>
            <p:cNvSpPr/>
            <p:nvPr/>
          </p:nvSpPr>
          <p:spPr>
            <a:xfrm>
              <a:off x="7899726" y="2285136"/>
              <a:ext cx="560851" cy="55891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7" name="Google Shape;327;p8"/>
            <p:cNvSpPr/>
            <p:nvPr/>
          </p:nvSpPr>
          <p:spPr>
            <a:xfrm>
              <a:off x="8460577" y="2285136"/>
              <a:ext cx="560851" cy="55891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8" name="Google Shape;328;p8"/>
            <p:cNvSpPr/>
            <p:nvPr/>
          </p:nvSpPr>
          <p:spPr>
            <a:xfrm>
              <a:off x="9021428" y="2285136"/>
              <a:ext cx="560851" cy="55891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9" name="Google Shape;329;p8"/>
            <p:cNvSpPr/>
            <p:nvPr/>
          </p:nvSpPr>
          <p:spPr>
            <a:xfrm>
              <a:off x="9582279" y="2285136"/>
              <a:ext cx="560851" cy="55891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0" name="Google Shape;330;p8"/>
            <p:cNvSpPr/>
            <p:nvPr/>
          </p:nvSpPr>
          <p:spPr>
            <a:xfrm>
              <a:off x="10143130" y="2285136"/>
              <a:ext cx="560851" cy="55891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1" name="Google Shape;331;p8"/>
            <p:cNvSpPr/>
            <p:nvPr/>
          </p:nvSpPr>
          <p:spPr>
            <a:xfrm>
              <a:off x="7899726" y="2844046"/>
              <a:ext cx="560851" cy="55891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2" name="Google Shape;332;p8"/>
            <p:cNvSpPr/>
            <p:nvPr/>
          </p:nvSpPr>
          <p:spPr>
            <a:xfrm>
              <a:off x="8460577" y="2844046"/>
              <a:ext cx="560851" cy="55891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3" name="Google Shape;333;p8"/>
            <p:cNvSpPr/>
            <p:nvPr/>
          </p:nvSpPr>
          <p:spPr>
            <a:xfrm>
              <a:off x="9021428" y="2844046"/>
              <a:ext cx="560851" cy="55891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4" name="Google Shape;334;p8"/>
            <p:cNvSpPr/>
            <p:nvPr/>
          </p:nvSpPr>
          <p:spPr>
            <a:xfrm>
              <a:off x="9582279" y="2844046"/>
              <a:ext cx="560851" cy="55891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5" name="Google Shape;335;p8"/>
            <p:cNvSpPr/>
            <p:nvPr/>
          </p:nvSpPr>
          <p:spPr>
            <a:xfrm>
              <a:off x="10143130" y="2844046"/>
              <a:ext cx="560851" cy="55891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6" name="Google Shape;336;p8"/>
            <p:cNvSpPr/>
            <p:nvPr/>
          </p:nvSpPr>
          <p:spPr>
            <a:xfrm>
              <a:off x="7899726" y="3402956"/>
              <a:ext cx="560851" cy="55891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7" name="Google Shape;337;p8"/>
            <p:cNvSpPr/>
            <p:nvPr/>
          </p:nvSpPr>
          <p:spPr>
            <a:xfrm>
              <a:off x="8460577" y="3402956"/>
              <a:ext cx="560851" cy="55891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8" name="Google Shape;338;p8"/>
            <p:cNvSpPr/>
            <p:nvPr/>
          </p:nvSpPr>
          <p:spPr>
            <a:xfrm>
              <a:off x="9021428" y="3402956"/>
              <a:ext cx="560851" cy="55891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9" name="Google Shape;339;p8"/>
            <p:cNvSpPr/>
            <p:nvPr/>
          </p:nvSpPr>
          <p:spPr>
            <a:xfrm>
              <a:off x="9582279" y="3402956"/>
              <a:ext cx="560851" cy="55891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40" name="Google Shape;340;p8"/>
            <p:cNvSpPr/>
            <p:nvPr/>
          </p:nvSpPr>
          <p:spPr>
            <a:xfrm>
              <a:off x="10143130" y="3402956"/>
              <a:ext cx="560851" cy="55891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41" name="Google Shape;341;p8"/>
            <p:cNvSpPr/>
            <p:nvPr/>
          </p:nvSpPr>
          <p:spPr>
            <a:xfrm>
              <a:off x="7899726" y="3961867"/>
              <a:ext cx="560851" cy="55891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42" name="Google Shape;342;p8"/>
            <p:cNvSpPr/>
            <p:nvPr/>
          </p:nvSpPr>
          <p:spPr>
            <a:xfrm>
              <a:off x="8460577" y="3961867"/>
              <a:ext cx="560851" cy="55891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43" name="Google Shape;343;p8"/>
            <p:cNvSpPr/>
            <p:nvPr/>
          </p:nvSpPr>
          <p:spPr>
            <a:xfrm>
              <a:off x="9021428" y="3961867"/>
              <a:ext cx="560851" cy="55891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44" name="Google Shape;344;p8"/>
            <p:cNvSpPr/>
            <p:nvPr/>
          </p:nvSpPr>
          <p:spPr>
            <a:xfrm>
              <a:off x="9582279" y="3961867"/>
              <a:ext cx="560851" cy="55891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45" name="Google Shape;345;p8"/>
            <p:cNvSpPr/>
            <p:nvPr/>
          </p:nvSpPr>
          <p:spPr>
            <a:xfrm>
              <a:off x="10143130" y="3961867"/>
              <a:ext cx="560851" cy="55891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46" name="Google Shape;346;p8"/>
            <p:cNvSpPr/>
            <p:nvPr/>
          </p:nvSpPr>
          <p:spPr>
            <a:xfrm>
              <a:off x="7899726" y="4520777"/>
              <a:ext cx="560851" cy="55891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47" name="Google Shape;347;p8"/>
            <p:cNvSpPr/>
            <p:nvPr/>
          </p:nvSpPr>
          <p:spPr>
            <a:xfrm>
              <a:off x="8460577" y="4520777"/>
              <a:ext cx="560851" cy="55891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48" name="Google Shape;348;p8"/>
            <p:cNvSpPr/>
            <p:nvPr/>
          </p:nvSpPr>
          <p:spPr>
            <a:xfrm>
              <a:off x="9021428" y="4520777"/>
              <a:ext cx="560851" cy="55891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49" name="Google Shape;349;p8"/>
            <p:cNvSpPr/>
            <p:nvPr/>
          </p:nvSpPr>
          <p:spPr>
            <a:xfrm>
              <a:off x="9582279" y="4520777"/>
              <a:ext cx="560851" cy="55891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0" name="Google Shape;350;p8"/>
            <p:cNvSpPr/>
            <p:nvPr/>
          </p:nvSpPr>
          <p:spPr>
            <a:xfrm>
              <a:off x="10143130" y="4520777"/>
              <a:ext cx="560851" cy="55891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351" name="Google Shape;351;p8"/>
          <p:cNvSpPr/>
          <p:nvPr/>
        </p:nvSpPr>
        <p:spPr>
          <a:xfrm>
            <a:off x="3391673" y="2285137"/>
            <a:ext cx="468916" cy="467293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2" name="Google Shape;352;p8"/>
          <p:cNvSpPr/>
          <p:nvPr/>
        </p:nvSpPr>
        <p:spPr>
          <a:xfrm>
            <a:off x="3860589" y="2285137"/>
            <a:ext cx="468916" cy="467293"/>
          </a:xfrm>
          <a:prstGeom prst="rect">
            <a:avLst/>
          </a:prstGeom>
          <a:solidFill>
            <a:srgbClr val="FF0000">
              <a:alpha val="7843"/>
            </a:srgbClr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3" name="Google Shape;353;p8"/>
          <p:cNvSpPr/>
          <p:nvPr/>
        </p:nvSpPr>
        <p:spPr>
          <a:xfrm>
            <a:off x="4329505" y="2285137"/>
            <a:ext cx="468916" cy="467293"/>
          </a:xfrm>
          <a:prstGeom prst="rect">
            <a:avLst/>
          </a:prstGeom>
          <a:solidFill>
            <a:srgbClr val="FF0000">
              <a:alpha val="35686"/>
            </a:srgbClr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4" name="Google Shape;354;p8"/>
          <p:cNvSpPr/>
          <p:nvPr/>
        </p:nvSpPr>
        <p:spPr>
          <a:xfrm>
            <a:off x="4798422" y="2285137"/>
            <a:ext cx="468916" cy="467293"/>
          </a:xfrm>
          <a:prstGeom prst="rect">
            <a:avLst/>
          </a:prstGeom>
          <a:solidFill>
            <a:srgbClr val="FF0000">
              <a:alpha val="40000"/>
            </a:srgbClr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5" name="Google Shape;355;p8"/>
          <p:cNvSpPr/>
          <p:nvPr/>
        </p:nvSpPr>
        <p:spPr>
          <a:xfrm>
            <a:off x="5267338" y="2285137"/>
            <a:ext cx="468916" cy="467293"/>
          </a:xfrm>
          <a:prstGeom prst="rect">
            <a:avLst/>
          </a:prstGeom>
          <a:solidFill>
            <a:srgbClr val="FF0000">
              <a:alpha val="11764"/>
            </a:srgbClr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6" name="Google Shape;356;p8"/>
          <p:cNvSpPr/>
          <p:nvPr/>
        </p:nvSpPr>
        <p:spPr>
          <a:xfrm>
            <a:off x="3391673" y="2752430"/>
            <a:ext cx="468916" cy="467293"/>
          </a:xfrm>
          <a:prstGeom prst="rect">
            <a:avLst/>
          </a:prstGeom>
          <a:solidFill>
            <a:srgbClr val="FF0000">
              <a:alpha val="47843"/>
            </a:srgbClr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3860589" y="2752430"/>
            <a:ext cx="468916" cy="467293"/>
          </a:xfrm>
          <a:prstGeom prst="rect">
            <a:avLst/>
          </a:prstGeom>
          <a:solidFill>
            <a:srgbClr val="FF0000">
              <a:alpha val="43921"/>
            </a:srgbClr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8" name="Google Shape;358;p8"/>
          <p:cNvSpPr/>
          <p:nvPr/>
        </p:nvSpPr>
        <p:spPr>
          <a:xfrm>
            <a:off x="4329505" y="2752430"/>
            <a:ext cx="468916" cy="467293"/>
          </a:xfrm>
          <a:prstGeom prst="rect">
            <a:avLst/>
          </a:prstGeom>
          <a:solidFill>
            <a:srgbClr val="FF0000">
              <a:alpha val="63921"/>
            </a:srgbClr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9" name="Google Shape;359;p8"/>
          <p:cNvSpPr/>
          <p:nvPr/>
        </p:nvSpPr>
        <p:spPr>
          <a:xfrm>
            <a:off x="4798422" y="2752430"/>
            <a:ext cx="468916" cy="467293"/>
          </a:xfrm>
          <a:prstGeom prst="rect">
            <a:avLst/>
          </a:prstGeom>
          <a:solidFill>
            <a:srgbClr val="FF0000">
              <a:alpha val="3921"/>
            </a:srgbClr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0" name="Google Shape;360;p8"/>
          <p:cNvSpPr/>
          <p:nvPr/>
        </p:nvSpPr>
        <p:spPr>
          <a:xfrm>
            <a:off x="5267338" y="2752430"/>
            <a:ext cx="468916" cy="467293"/>
          </a:xfrm>
          <a:prstGeom prst="rect">
            <a:avLst/>
          </a:prstGeom>
          <a:solidFill>
            <a:srgbClr val="FF0000">
              <a:alpha val="60000"/>
            </a:srgbClr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1" name="Google Shape;361;p8"/>
          <p:cNvSpPr/>
          <p:nvPr/>
        </p:nvSpPr>
        <p:spPr>
          <a:xfrm>
            <a:off x="3391673" y="3219724"/>
            <a:ext cx="468916" cy="467293"/>
          </a:xfrm>
          <a:prstGeom prst="rect">
            <a:avLst/>
          </a:prstGeom>
          <a:solidFill>
            <a:srgbClr val="FF0000">
              <a:alpha val="67843"/>
            </a:srgbClr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2" name="Google Shape;362;p8"/>
          <p:cNvSpPr/>
          <p:nvPr/>
        </p:nvSpPr>
        <p:spPr>
          <a:xfrm>
            <a:off x="3860589" y="3219724"/>
            <a:ext cx="468916" cy="467293"/>
          </a:xfrm>
          <a:prstGeom prst="rect">
            <a:avLst/>
          </a:prstGeom>
          <a:solidFill>
            <a:srgbClr val="FF0000">
              <a:alpha val="15686"/>
            </a:srgbClr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3" name="Google Shape;363;p8"/>
          <p:cNvSpPr/>
          <p:nvPr/>
        </p:nvSpPr>
        <p:spPr>
          <a:xfrm>
            <a:off x="4329505" y="3219724"/>
            <a:ext cx="468916" cy="467293"/>
          </a:xfrm>
          <a:prstGeom prst="rect">
            <a:avLst/>
          </a:prstGeom>
          <a:solidFill>
            <a:srgbClr val="FF0000">
              <a:alpha val="95686"/>
            </a:srgbClr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4" name="Google Shape;364;p8"/>
          <p:cNvSpPr/>
          <p:nvPr/>
        </p:nvSpPr>
        <p:spPr>
          <a:xfrm>
            <a:off x="4798422" y="3219724"/>
            <a:ext cx="468916" cy="467293"/>
          </a:xfrm>
          <a:prstGeom prst="rect">
            <a:avLst/>
          </a:prstGeom>
          <a:solidFill>
            <a:srgbClr val="FF0000">
              <a:alpha val="91764"/>
            </a:srgbClr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5" name="Google Shape;365;p8"/>
          <p:cNvSpPr/>
          <p:nvPr/>
        </p:nvSpPr>
        <p:spPr>
          <a:xfrm>
            <a:off x="5267338" y="3219724"/>
            <a:ext cx="468916" cy="467293"/>
          </a:xfrm>
          <a:prstGeom prst="rect">
            <a:avLst/>
          </a:prstGeom>
          <a:solidFill>
            <a:srgbClr val="FF0000">
              <a:alpha val="87843"/>
            </a:srgbClr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6" name="Google Shape;366;p8"/>
          <p:cNvSpPr/>
          <p:nvPr/>
        </p:nvSpPr>
        <p:spPr>
          <a:xfrm>
            <a:off x="3391673" y="3687018"/>
            <a:ext cx="468916" cy="467293"/>
          </a:xfrm>
          <a:prstGeom prst="rect">
            <a:avLst/>
          </a:prstGeom>
          <a:solidFill>
            <a:srgbClr val="FF0000">
              <a:alpha val="23921"/>
            </a:srgbClr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7" name="Google Shape;367;p8"/>
          <p:cNvSpPr/>
          <p:nvPr/>
        </p:nvSpPr>
        <p:spPr>
          <a:xfrm>
            <a:off x="3860589" y="3687018"/>
            <a:ext cx="468916" cy="467293"/>
          </a:xfrm>
          <a:prstGeom prst="rect">
            <a:avLst/>
          </a:prstGeom>
          <a:solidFill>
            <a:srgbClr val="FF0000">
              <a:alpha val="83921"/>
            </a:srgbClr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8" name="Google Shape;368;p8"/>
          <p:cNvSpPr/>
          <p:nvPr/>
        </p:nvSpPr>
        <p:spPr>
          <a:xfrm>
            <a:off x="4329505" y="3687018"/>
            <a:ext cx="468916" cy="467293"/>
          </a:xfrm>
          <a:prstGeom prst="rect">
            <a:avLst/>
          </a:prstGeom>
          <a:solidFill>
            <a:srgbClr val="FF0000">
              <a:alpha val="0"/>
            </a:srgbClr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9" name="Google Shape;369;p8"/>
          <p:cNvSpPr/>
          <p:nvPr/>
        </p:nvSpPr>
        <p:spPr>
          <a:xfrm>
            <a:off x="4798422" y="3687018"/>
            <a:ext cx="468916" cy="467293"/>
          </a:xfrm>
          <a:prstGeom prst="rect">
            <a:avLst/>
          </a:prstGeom>
          <a:solidFill>
            <a:srgbClr val="FF0000">
              <a:alpha val="71764"/>
            </a:srgbClr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0" name="Google Shape;370;p8"/>
          <p:cNvSpPr/>
          <p:nvPr/>
        </p:nvSpPr>
        <p:spPr>
          <a:xfrm>
            <a:off x="5267338" y="3687018"/>
            <a:ext cx="468916" cy="467293"/>
          </a:xfrm>
          <a:prstGeom prst="rect">
            <a:avLst/>
          </a:prstGeom>
          <a:solidFill>
            <a:srgbClr val="FF0000">
              <a:alpha val="51764"/>
            </a:srgbClr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1" name="Google Shape;371;p8"/>
          <p:cNvSpPr/>
          <p:nvPr/>
        </p:nvSpPr>
        <p:spPr>
          <a:xfrm>
            <a:off x="3391673" y="4154312"/>
            <a:ext cx="468916" cy="467293"/>
          </a:xfrm>
          <a:prstGeom prst="rect">
            <a:avLst/>
          </a:prstGeom>
          <a:solidFill>
            <a:srgbClr val="FF0000">
              <a:alpha val="55686"/>
            </a:srgbClr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2" name="Google Shape;372;p8"/>
          <p:cNvSpPr/>
          <p:nvPr/>
        </p:nvSpPr>
        <p:spPr>
          <a:xfrm>
            <a:off x="3860589" y="4154312"/>
            <a:ext cx="468916" cy="467293"/>
          </a:xfrm>
          <a:prstGeom prst="rect">
            <a:avLst/>
          </a:prstGeom>
          <a:solidFill>
            <a:srgbClr val="FF0000">
              <a:alpha val="27843"/>
            </a:srgbClr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3" name="Google Shape;373;p8"/>
          <p:cNvSpPr/>
          <p:nvPr/>
        </p:nvSpPr>
        <p:spPr>
          <a:xfrm>
            <a:off x="4329505" y="4154312"/>
            <a:ext cx="468916" cy="467293"/>
          </a:xfrm>
          <a:prstGeom prst="rect">
            <a:avLst/>
          </a:prstGeom>
          <a:solidFill>
            <a:srgbClr val="FF0000">
              <a:alpha val="80000"/>
            </a:srgbClr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4" name="Google Shape;374;p8"/>
          <p:cNvSpPr/>
          <p:nvPr/>
        </p:nvSpPr>
        <p:spPr>
          <a:xfrm>
            <a:off x="4798422" y="4154312"/>
            <a:ext cx="468916" cy="467293"/>
          </a:xfrm>
          <a:prstGeom prst="rect">
            <a:avLst/>
          </a:prstGeom>
          <a:solidFill>
            <a:srgbClr val="FF0000">
              <a:alpha val="31764"/>
            </a:srgbClr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5" name="Google Shape;375;p8"/>
          <p:cNvSpPr/>
          <p:nvPr/>
        </p:nvSpPr>
        <p:spPr>
          <a:xfrm>
            <a:off x="5267338" y="4154312"/>
            <a:ext cx="468916" cy="467293"/>
          </a:xfrm>
          <a:prstGeom prst="rect">
            <a:avLst/>
          </a:prstGeom>
          <a:solidFill>
            <a:srgbClr val="FF0000">
              <a:alpha val="75686"/>
            </a:srgbClr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76" name="Google Shape;376;p8"/>
          <p:cNvGrpSpPr/>
          <p:nvPr/>
        </p:nvGrpSpPr>
        <p:grpSpPr>
          <a:xfrm>
            <a:off x="9323097" y="2285137"/>
            <a:ext cx="2344581" cy="2336468"/>
            <a:chOff x="7899726" y="2285136"/>
            <a:chExt cx="2804255" cy="2794551"/>
          </a:xfrm>
        </p:grpSpPr>
        <p:sp>
          <p:nvSpPr>
            <p:cNvPr id="377" name="Google Shape;377;p8"/>
            <p:cNvSpPr/>
            <p:nvPr/>
          </p:nvSpPr>
          <p:spPr>
            <a:xfrm>
              <a:off x="7899726" y="2285136"/>
              <a:ext cx="560851" cy="55891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78" name="Google Shape;378;p8"/>
            <p:cNvSpPr/>
            <p:nvPr/>
          </p:nvSpPr>
          <p:spPr>
            <a:xfrm>
              <a:off x="8460577" y="2285136"/>
              <a:ext cx="560851" cy="55891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79" name="Google Shape;379;p8"/>
            <p:cNvSpPr/>
            <p:nvPr/>
          </p:nvSpPr>
          <p:spPr>
            <a:xfrm>
              <a:off x="9021428" y="2285136"/>
              <a:ext cx="560851" cy="55891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80" name="Google Shape;380;p8"/>
            <p:cNvSpPr/>
            <p:nvPr/>
          </p:nvSpPr>
          <p:spPr>
            <a:xfrm>
              <a:off x="9582279" y="2285136"/>
              <a:ext cx="560851" cy="55891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81" name="Google Shape;381;p8"/>
            <p:cNvSpPr/>
            <p:nvPr/>
          </p:nvSpPr>
          <p:spPr>
            <a:xfrm>
              <a:off x="10143130" y="2285136"/>
              <a:ext cx="560851" cy="55891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82" name="Google Shape;382;p8"/>
            <p:cNvSpPr/>
            <p:nvPr/>
          </p:nvSpPr>
          <p:spPr>
            <a:xfrm>
              <a:off x="7899726" y="2844046"/>
              <a:ext cx="560851" cy="55891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83" name="Google Shape;383;p8"/>
            <p:cNvSpPr/>
            <p:nvPr/>
          </p:nvSpPr>
          <p:spPr>
            <a:xfrm>
              <a:off x="8460577" y="2844046"/>
              <a:ext cx="560851" cy="55891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84" name="Google Shape;384;p8"/>
            <p:cNvSpPr/>
            <p:nvPr/>
          </p:nvSpPr>
          <p:spPr>
            <a:xfrm>
              <a:off x="9021428" y="2844046"/>
              <a:ext cx="560851" cy="558910"/>
            </a:xfrm>
            <a:prstGeom prst="rect">
              <a:avLst/>
            </a:prstGeom>
            <a:solidFill>
              <a:srgbClr val="92D05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85" name="Google Shape;385;p8"/>
            <p:cNvSpPr/>
            <p:nvPr/>
          </p:nvSpPr>
          <p:spPr>
            <a:xfrm>
              <a:off x="9582279" y="2844046"/>
              <a:ext cx="560851" cy="55891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86" name="Google Shape;386;p8"/>
            <p:cNvSpPr/>
            <p:nvPr/>
          </p:nvSpPr>
          <p:spPr>
            <a:xfrm>
              <a:off x="10143130" y="2844046"/>
              <a:ext cx="560851" cy="55891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87" name="Google Shape;387;p8"/>
            <p:cNvSpPr/>
            <p:nvPr/>
          </p:nvSpPr>
          <p:spPr>
            <a:xfrm>
              <a:off x="7899726" y="3402956"/>
              <a:ext cx="560851" cy="55891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88" name="Google Shape;388;p8"/>
            <p:cNvSpPr/>
            <p:nvPr/>
          </p:nvSpPr>
          <p:spPr>
            <a:xfrm>
              <a:off x="8460577" y="3402956"/>
              <a:ext cx="560851" cy="558910"/>
            </a:xfrm>
            <a:prstGeom prst="rect">
              <a:avLst/>
            </a:prstGeom>
            <a:solidFill>
              <a:srgbClr val="92D05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89" name="Google Shape;389;p8"/>
            <p:cNvSpPr/>
            <p:nvPr/>
          </p:nvSpPr>
          <p:spPr>
            <a:xfrm>
              <a:off x="9021428" y="3402956"/>
              <a:ext cx="560851" cy="558910"/>
            </a:xfrm>
            <a:prstGeom prst="rect">
              <a:avLst/>
            </a:prstGeom>
            <a:solidFill>
              <a:srgbClr val="92D05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90" name="Google Shape;390;p8"/>
            <p:cNvSpPr/>
            <p:nvPr/>
          </p:nvSpPr>
          <p:spPr>
            <a:xfrm>
              <a:off x="9582279" y="3402956"/>
              <a:ext cx="560851" cy="558910"/>
            </a:xfrm>
            <a:prstGeom prst="rect">
              <a:avLst/>
            </a:prstGeom>
            <a:solidFill>
              <a:srgbClr val="92D05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91" name="Google Shape;391;p8"/>
            <p:cNvSpPr/>
            <p:nvPr/>
          </p:nvSpPr>
          <p:spPr>
            <a:xfrm>
              <a:off x="10143130" y="3402956"/>
              <a:ext cx="560851" cy="55891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92" name="Google Shape;392;p8"/>
            <p:cNvSpPr/>
            <p:nvPr/>
          </p:nvSpPr>
          <p:spPr>
            <a:xfrm>
              <a:off x="7899726" y="3961867"/>
              <a:ext cx="560851" cy="55891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93" name="Google Shape;393;p8"/>
            <p:cNvSpPr/>
            <p:nvPr/>
          </p:nvSpPr>
          <p:spPr>
            <a:xfrm>
              <a:off x="8460577" y="3961867"/>
              <a:ext cx="560851" cy="55891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94" name="Google Shape;394;p8"/>
            <p:cNvSpPr/>
            <p:nvPr/>
          </p:nvSpPr>
          <p:spPr>
            <a:xfrm>
              <a:off x="9021428" y="3961867"/>
              <a:ext cx="560851" cy="558910"/>
            </a:xfrm>
            <a:prstGeom prst="rect">
              <a:avLst/>
            </a:prstGeom>
            <a:solidFill>
              <a:srgbClr val="92D05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95" name="Google Shape;395;p8"/>
            <p:cNvSpPr/>
            <p:nvPr/>
          </p:nvSpPr>
          <p:spPr>
            <a:xfrm>
              <a:off x="9582279" y="3961867"/>
              <a:ext cx="560851" cy="55891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96" name="Google Shape;396;p8"/>
            <p:cNvSpPr/>
            <p:nvPr/>
          </p:nvSpPr>
          <p:spPr>
            <a:xfrm>
              <a:off x="10143130" y="3961867"/>
              <a:ext cx="560851" cy="55891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97" name="Google Shape;397;p8"/>
            <p:cNvSpPr/>
            <p:nvPr/>
          </p:nvSpPr>
          <p:spPr>
            <a:xfrm>
              <a:off x="7899726" y="4520777"/>
              <a:ext cx="560851" cy="55891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98" name="Google Shape;398;p8"/>
            <p:cNvSpPr/>
            <p:nvPr/>
          </p:nvSpPr>
          <p:spPr>
            <a:xfrm>
              <a:off x="8460577" y="4520777"/>
              <a:ext cx="560851" cy="55891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99" name="Google Shape;399;p8"/>
            <p:cNvSpPr/>
            <p:nvPr/>
          </p:nvSpPr>
          <p:spPr>
            <a:xfrm>
              <a:off x="9021428" y="4520777"/>
              <a:ext cx="560851" cy="55891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00" name="Google Shape;400;p8"/>
            <p:cNvSpPr/>
            <p:nvPr/>
          </p:nvSpPr>
          <p:spPr>
            <a:xfrm>
              <a:off x="9582279" y="4520777"/>
              <a:ext cx="560851" cy="55891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01" name="Google Shape;401;p8"/>
            <p:cNvSpPr/>
            <p:nvPr/>
          </p:nvSpPr>
          <p:spPr>
            <a:xfrm>
              <a:off x="10143130" y="4520777"/>
              <a:ext cx="560851" cy="558910"/>
            </a:xfrm>
            <a:prstGeom prst="rect">
              <a:avLst/>
            </a:prstGeom>
            <a:solidFill>
              <a:srgbClr val="FF0000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9"/>
          <p:cNvSpPr/>
          <p:nvPr/>
        </p:nvSpPr>
        <p:spPr>
          <a:xfrm>
            <a:off x="0" y="6661463"/>
            <a:ext cx="12192000" cy="196537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7" name="Google Shape;407;p9"/>
          <p:cNvSpPr/>
          <p:nvPr/>
        </p:nvSpPr>
        <p:spPr>
          <a:xfrm>
            <a:off x="0" y="0"/>
            <a:ext cx="12192000" cy="196537"/>
          </a:xfrm>
          <a:prstGeom prst="rect">
            <a:avLst/>
          </a:prstGeom>
          <a:gradFill>
            <a:gsLst>
              <a:gs pos="0">
                <a:srgbClr val="254061"/>
              </a:gs>
              <a:gs pos="50000">
                <a:srgbClr val="254061"/>
              </a:gs>
              <a:gs pos="77000">
                <a:srgbClr val="C1C5CD"/>
              </a:gs>
              <a:gs pos="100000">
                <a:srgbClr val="E1E2E5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8" name="Google Shape;408;p9"/>
          <p:cNvSpPr txBox="1"/>
          <p:nvPr/>
        </p:nvSpPr>
        <p:spPr>
          <a:xfrm>
            <a:off x="5463375" y="6628926"/>
            <a:ext cx="126305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Ver.1.0.0</a:t>
            </a:r>
            <a:endParaRPr b="1" sz="105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09" name="Google Shape;409;p9"/>
          <p:cNvPicPr preferRelativeResize="0"/>
          <p:nvPr/>
        </p:nvPicPr>
        <p:blipFill rotWithShape="1">
          <a:blip r:embed="rId3">
            <a:alphaModFix/>
          </a:blip>
          <a:srcRect b="0" l="0" r="0" t="7981"/>
          <a:stretch/>
        </p:blipFill>
        <p:spPr>
          <a:xfrm>
            <a:off x="11608357" y="6661463"/>
            <a:ext cx="581449" cy="165234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9"/>
          <p:cNvSpPr txBox="1"/>
          <p:nvPr/>
        </p:nvSpPr>
        <p:spPr>
          <a:xfrm>
            <a:off x="157882" y="624365"/>
            <a:ext cx="31576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| 키 캡</a:t>
            </a:r>
            <a:endParaRPr/>
          </a:p>
        </p:txBody>
      </p:sp>
      <p:sp>
        <p:nvSpPr>
          <p:cNvPr id="411" name="Google Shape;411;p9"/>
          <p:cNvSpPr txBox="1"/>
          <p:nvPr>
            <p:ph idx="12" type="sldNum"/>
          </p:nvPr>
        </p:nvSpPr>
        <p:spPr>
          <a:xfrm>
            <a:off x="9824484" y="1"/>
            <a:ext cx="2367516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2" name="Google Shape;412;p9"/>
          <p:cNvSpPr txBox="1"/>
          <p:nvPr>
            <p:ph idx="11" type="ftr"/>
          </p:nvPr>
        </p:nvSpPr>
        <p:spPr>
          <a:xfrm>
            <a:off x="0" y="3175"/>
            <a:ext cx="34906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PUZ_08_스위치 퍼즐 시스템 기획서</a:t>
            </a:r>
            <a:endParaRPr/>
          </a:p>
        </p:txBody>
      </p:sp>
      <p:sp>
        <p:nvSpPr>
          <p:cNvPr id="413" name="Google Shape;413;p9"/>
          <p:cNvSpPr txBox="1"/>
          <p:nvPr/>
        </p:nvSpPr>
        <p:spPr>
          <a:xfrm>
            <a:off x="524322" y="1113706"/>
            <a:ext cx="1114516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키 캡은 (7cm*7cm)의 사이즈를 가진다.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키 캡은 두가지의 상태가 존재 한다. (눌린 상태 / 안 눌린 상태)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테이블 상에서 는 각각 0,1 로 표기 한다.</a:t>
            </a:r>
            <a:b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눌린 상태: 1</a:t>
            </a:r>
            <a:b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안 눌린 상태: 0</a:t>
            </a:r>
            <a:endParaRPr/>
          </a:p>
          <a:p>
            <a:pPr indent="-2095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4" name="Google Shape;414;p9"/>
          <p:cNvSpPr/>
          <p:nvPr/>
        </p:nvSpPr>
        <p:spPr>
          <a:xfrm>
            <a:off x="2664219" y="3489305"/>
            <a:ext cx="2010493" cy="766990"/>
          </a:xfrm>
          <a:prstGeom prst="cube">
            <a:avLst>
              <a:gd fmla="val 79532" name="adj"/>
            </a:avLst>
          </a:prstGeom>
          <a:solidFill>
            <a:srgbClr val="75707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5" name="Google Shape;415;p9"/>
          <p:cNvSpPr/>
          <p:nvPr/>
        </p:nvSpPr>
        <p:spPr>
          <a:xfrm>
            <a:off x="3475907" y="3386752"/>
            <a:ext cx="384048" cy="475656"/>
          </a:xfrm>
          <a:prstGeom prst="cube">
            <a:avLst>
              <a:gd fmla="val 36905" name="adj"/>
            </a:avLst>
          </a:prstGeom>
          <a:solidFill>
            <a:srgbClr val="918D8D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6" name="Google Shape;416;p9"/>
          <p:cNvSpPr/>
          <p:nvPr/>
        </p:nvSpPr>
        <p:spPr>
          <a:xfrm>
            <a:off x="847146" y="3489305"/>
            <a:ext cx="2010493" cy="766990"/>
          </a:xfrm>
          <a:prstGeom prst="cube">
            <a:avLst>
              <a:gd fmla="val 79532" name="adj"/>
            </a:avLst>
          </a:prstGeom>
          <a:solidFill>
            <a:srgbClr val="75707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7" name="Google Shape;417;p9"/>
          <p:cNvSpPr/>
          <p:nvPr/>
        </p:nvSpPr>
        <p:spPr>
          <a:xfrm>
            <a:off x="1343000" y="2953599"/>
            <a:ext cx="1018779" cy="1033941"/>
          </a:xfrm>
          <a:prstGeom prst="roundRect">
            <a:avLst>
              <a:gd fmla="val 16667" name="adj"/>
            </a:avLst>
          </a:prstGeom>
          <a:solidFill>
            <a:srgbClr val="92D05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8" name="Google Shape;418;p9"/>
          <p:cNvSpPr/>
          <p:nvPr/>
        </p:nvSpPr>
        <p:spPr>
          <a:xfrm>
            <a:off x="3158542" y="2708394"/>
            <a:ext cx="1018779" cy="1033941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9" name="Google Shape;419;p9"/>
          <p:cNvSpPr txBox="1"/>
          <p:nvPr/>
        </p:nvSpPr>
        <p:spPr>
          <a:xfrm>
            <a:off x="2914265" y="4504819"/>
            <a:ext cx="14321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(안 눌린 상태=1)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0" name="Google Shape;420;p9"/>
          <p:cNvSpPr txBox="1"/>
          <p:nvPr/>
        </p:nvSpPr>
        <p:spPr>
          <a:xfrm>
            <a:off x="1189754" y="4504819"/>
            <a:ext cx="109401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(눌린 상태=0)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421" name="Google Shape;421;p9"/>
          <p:cNvGraphicFramePr/>
          <p:nvPr/>
        </p:nvGraphicFramePr>
        <p:xfrm>
          <a:off x="6109865" y="26804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{77324CCF-3DF2-4FA7-91E1-F728410A4AE4}</a:tableStyleId>
              </a:tblPr>
              <a:tblGrid>
                <a:gridCol w="358550"/>
                <a:gridCol w="358550"/>
                <a:gridCol w="358550"/>
                <a:gridCol w="358550"/>
                <a:gridCol w="3585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A1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A2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A3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A4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A5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B1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B2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B3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B4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B5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C1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C2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C3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C4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C5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D1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D2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D3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D4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D5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E1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E2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E3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E4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E5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22" name="Google Shape;422;p9"/>
          <p:cNvGraphicFramePr/>
          <p:nvPr/>
        </p:nvGraphicFramePr>
        <p:xfrm>
          <a:off x="8866511" y="26804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{77324CCF-3DF2-4FA7-91E1-F728410A4AE4}</a:tableStyleId>
              </a:tblPr>
              <a:tblGrid>
                <a:gridCol w="358550"/>
                <a:gridCol w="358550"/>
                <a:gridCol w="358550"/>
                <a:gridCol w="358550"/>
                <a:gridCol w="3585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A1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A2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A3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A4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A5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B1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B2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B3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B4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B5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C1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C2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C3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C4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C5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D1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D2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D3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D4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D5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E1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E2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E3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E4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</a:rPr>
                        <a:t>E5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sp>
        <p:nvSpPr>
          <p:cNvPr id="423" name="Google Shape;423;p9"/>
          <p:cNvSpPr txBox="1"/>
          <p:nvPr/>
        </p:nvSpPr>
        <p:spPr>
          <a:xfrm>
            <a:off x="7683555" y="4752598"/>
            <a:ext cx="14321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퍼즐 배치 예시</a:t>
            </a:r>
            <a:endParaRPr/>
          </a:p>
        </p:txBody>
      </p:sp>
      <p:pic>
        <p:nvPicPr>
          <p:cNvPr id="424" name="Google Shape;42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406" y="5965747"/>
            <a:ext cx="11469189" cy="506365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9"/>
          <p:cNvSpPr txBox="1"/>
          <p:nvPr/>
        </p:nvSpPr>
        <p:spPr>
          <a:xfrm>
            <a:off x="361406" y="5571860"/>
            <a:ext cx="60996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NPUZ_08_FieldData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클립아트, 그래픽, 그래픽 디자인, 디자인이(가) 표시된 사진&#10;&#10;AI가 생성한 콘텐츠는 부정확할 수 있습니다." id="430" name="Google Shape;43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3811685" y="2059277"/>
            <a:ext cx="1739761" cy="1739761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10"/>
          <p:cNvSpPr/>
          <p:nvPr/>
        </p:nvSpPr>
        <p:spPr>
          <a:xfrm>
            <a:off x="8983847" y="4651829"/>
            <a:ext cx="2010493" cy="766990"/>
          </a:xfrm>
          <a:prstGeom prst="cube">
            <a:avLst>
              <a:gd fmla="val 79532" name="adj"/>
            </a:avLst>
          </a:prstGeom>
          <a:solidFill>
            <a:srgbClr val="75707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2" name="Google Shape;432;p10"/>
          <p:cNvSpPr/>
          <p:nvPr/>
        </p:nvSpPr>
        <p:spPr>
          <a:xfrm>
            <a:off x="9479701" y="4116123"/>
            <a:ext cx="1018779" cy="1033941"/>
          </a:xfrm>
          <a:prstGeom prst="roundRect">
            <a:avLst>
              <a:gd fmla="val 16667" name="adj"/>
            </a:avLst>
          </a:prstGeom>
          <a:solidFill>
            <a:srgbClr val="92D05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클립아트, 그래픽, 그래픽 디자인, 디자인이(가) 표시된 사진&#10;&#10;AI가 생성한 콘텐츠는 부정확할 수 있습니다." id="433" name="Google Shape;43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9353589" y="2804363"/>
            <a:ext cx="1739761" cy="1739761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10"/>
          <p:cNvSpPr/>
          <p:nvPr/>
        </p:nvSpPr>
        <p:spPr>
          <a:xfrm>
            <a:off x="0" y="6661463"/>
            <a:ext cx="12192000" cy="196537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5" name="Google Shape;435;p10"/>
          <p:cNvSpPr/>
          <p:nvPr/>
        </p:nvSpPr>
        <p:spPr>
          <a:xfrm>
            <a:off x="0" y="0"/>
            <a:ext cx="12192000" cy="196537"/>
          </a:xfrm>
          <a:prstGeom prst="rect">
            <a:avLst/>
          </a:prstGeom>
          <a:gradFill>
            <a:gsLst>
              <a:gs pos="0">
                <a:srgbClr val="254061"/>
              </a:gs>
              <a:gs pos="50000">
                <a:srgbClr val="254061"/>
              </a:gs>
              <a:gs pos="77000">
                <a:srgbClr val="C1C5CD"/>
              </a:gs>
              <a:gs pos="100000">
                <a:srgbClr val="E1E2E5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6" name="Google Shape;436;p10"/>
          <p:cNvSpPr txBox="1"/>
          <p:nvPr/>
        </p:nvSpPr>
        <p:spPr>
          <a:xfrm>
            <a:off x="5463375" y="6628926"/>
            <a:ext cx="126305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Ver.1.0.3</a:t>
            </a:r>
            <a:endParaRPr b="1" sz="105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37" name="Google Shape;437;p10"/>
          <p:cNvPicPr preferRelativeResize="0"/>
          <p:nvPr/>
        </p:nvPicPr>
        <p:blipFill rotWithShape="1">
          <a:blip r:embed="rId4">
            <a:alphaModFix/>
          </a:blip>
          <a:srcRect b="0" l="0" r="0" t="7981"/>
          <a:stretch/>
        </p:blipFill>
        <p:spPr>
          <a:xfrm>
            <a:off x="11608357" y="6661463"/>
            <a:ext cx="581449" cy="165234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10"/>
          <p:cNvSpPr txBox="1"/>
          <p:nvPr>
            <p:ph idx="12" type="sldNum"/>
          </p:nvPr>
        </p:nvSpPr>
        <p:spPr>
          <a:xfrm>
            <a:off x="9824484" y="1"/>
            <a:ext cx="2367516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9" name="Google Shape;439;p10"/>
          <p:cNvSpPr txBox="1"/>
          <p:nvPr>
            <p:ph idx="11" type="ftr"/>
          </p:nvPr>
        </p:nvSpPr>
        <p:spPr>
          <a:xfrm>
            <a:off x="0" y="3175"/>
            <a:ext cx="34906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PUZ_08_스위치 퍼즐 시스템 기획서</a:t>
            </a:r>
            <a:endParaRPr/>
          </a:p>
        </p:txBody>
      </p:sp>
      <p:sp>
        <p:nvSpPr>
          <p:cNvPr id="440" name="Google Shape;440;p10"/>
          <p:cNvSpPr txBox="1"/>
          <p:nvPr/>
        </p:nvSpPr>
        <p:spPr>
          <a:xfrm>
            <a:off x="157882" y="624365"/>
            <a:ext cx="31576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| 키 캡</a:t>
            </a:r>
            <a:endParaRPr/>
          </a:p>
        </p:txBody>
      </p:sp>
      <p:sp>
        <p:nvSpPr>
          <p:cNvPr id="441" name="Google Shape;441;p10"/>
          <p:cNvSpPr/>
          <p:nvPr/>
        </p:nvSpPr>
        <p:spPr>
          <a:xfrm>
            <a:off x="3317362" y="4651829"/>
            <a:ext cx="2010493" cy="766990"/>
          </a:xfrm>
          <a:prstGeom prst="cube">
            <a:avLst>
              <a:gd fmla="val 79532" name="adj"/>
            </a:avLst>
          </a:prstGeom>
          <a:solidFill>
            <a:srgbClr val="75707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2" name="Google Shape;442;p10"/>
          <p:cNvSpPr/>
          <p:nvPr/>
        </p:nvSpPr>
        <p:spPr>
          <a:xfrm>
            <a:off x="4129050" y="4549276"/>
            <a:ext cx="384048" cy="475656"/>
          </a:xfrm>
          <a:prstGeom prst="cube">
            <a:avLst>
              <a:gd fmla="val 36905" name="adj"/>
            </a:avLst>
          </a:prstGeom>
          <a:solidFill>
            <a:srgbClr val="918D8D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3" name="Google Shape;443;p10"/>
          <p:cNvSpPr/>
          <p:nvPr/>
        </p:nvSpPr>
        <p:spPr>
          <a:xfrm>
            <a:off x="1392054" y="4114801"/>
            <a:ext cx="1447803" cy="1580115"/>
          </a:xfrm>
          <a:custGeom>
            <a:rect b="b" l="l" r="r" t="t"/>
            <a:pathLst>
              <a:path extrusionOk="0" h="1580115" w="1447803">
                <a:moveTo>
                  <a:pt x="665840" y="613307"/>
                </a:moveTo>
                <a:lnTo>
                  <a:pt x="691640" y="709280"/>
                </a:lnTo>
                <a:lnTo>
                  <a:pt x="693849" y="710635"/>
                </a:lnTo>
                <a:lnTo>
                  <a:pt x="693601" y="613307"/>
                </a:lnTo>
                <a:close/>
                <a:moveTo>
                  <a:pt x="130209" y="499861"/>
                </a:moveTo>
                <a:lnTo>
                  <a:pt x="130209" y="1171569"/>
                </a:lnTo>
                <a:lnTo>
                  <a:pt x="731379" y="1446167"/>
                </a:lnTo>
                <a:lnTo>
                  <a:pt x="1271062" y="1199655"/>
                </a:lnTo>
                <a:lnTo>
                  <a:pt x="1141240" y="1120022"/>
                </a:lnTo>
                <a:lnTo>
                  <a:pt x="1146331" y="1131099"/>
                </a:lnTo>
                <a:lnTo>
                  <a:pt x="921028" y="1131099"/>
                </a:lnTo>
                <a:lnTo>
                  <a:pt x="904689" y="1137323"/>
                </a:lnTo>
                <a:cubicBezTo>
                  <a:pt x="888201" y="1141398"/>
                  <a:pt x="870665" y="1143611"/>
                  <a:pt x="852478" y="1143650"/>
                </a:cubicBezTo>
                <a:cubicBezTo>
                  <a:pt x="828229" y="1143701"/>
                  <a:pt x="805116" y="1139882"/>
                  <a:pt x="784087" y="1132931"/>
                </a:cubicBezTo>
                <a:lnTo>
                  <a:pt x="774735" y="1127994"/>
                </a:lnTo>
                <a:lnTo>
                  <a:pt x="767131" y="1132317"/>
                </a:lnTo>
                <a:cubicBezTo>
                  <a:pt x="744957" y="1140239"/>
                  <a:pt x="720568" y="1144646"/>
                  <a:pt x="694955" y="1144700"/>
                </a:cubicBezTo>
                <a:cubicBezTo>
                  <a:pt x="646931" y="1144802"/>
                  <a:pt x="603130" y="1129586"/>
                  <a:pt x="570123" y="1104538"/>
                </a:cubicBezTo>
                <a:lnTo>
                  <a:pt x="562246" y="1096943"/>
                </a:lnTo>
                <a:lnTo>
                  <a:pt x="536909" y="1131099"/>
                </a:lnTo>
                <a:lnTo>
                  <a:pt x="301471" y="1131099"/>
                </a:lnTo>
                <a:lnTo>
                  <a:pt x="389767" y="938996"/>
                </a:lnTo>
                <a:lnTo>
                  <a:pt x="386053" y="937518"/>
                </a:lnTo>
                <a:lnTo>
                  <a:pt x="383270" y="932835"/>
                </a:lnTo>
                <a:lnTo>
                  <a:pt x="362126" y="923644"/>
                </a:lnTo>
                <a:cubicBezTo>
                  <a:pt x="318484" y="897462"/>
                  <a:pt x="294836" y="859511"/>
                  <a:pt x="306443" y="826921"/>
                </a:cubicBezTo>
                <a:cubicBezTo>
                  <a:pt x="318051" y="794331"/>
                  <a:pt x="361619" y="776359"/>
                  <a:pt x="413769" y="778653"/>
                </a:cubicBezTo>
                <a:lnTo>
                  <a:pt x="459843" y="786531"/>
                </a:lnTo>
                <a:lnTo>
                  <a:pt x="490131" y="720635"/>
                </a:lnTo>
                <a:close/>
                <a:moveTo>
                  <a:pt x="731378" y="133948"/>
                </a:moveTo>
                <a:lnTo>
                  <a:pt x="170992" y="389917"/>
                </a:lnTo>
                <a:lnTo>
                  <a:pt x="481473" y="580365"/>
                </a:lnTo>
                <a:lnTo>
                  <a:pt x="481134" y="572928"/>
                </a:lnTo>
                <a:cubicBezTo>
                  <a:pt x="486568" y="542042"/>
                  <a:pt x="511617" y="515605"/>
                  <a:pt x="546964" y="507676"/>
                </a:cubicBezTo>
                <a:cubicBezTo>
                  <a:pt x="558746" y="505033"/>
                  <a:pt x="570557" y="504696"/>
                  <a:pt x="581827" y="506351"/>
                </a:cubicBezTo>
                <a:lnTo>
                  <a:pt x="587480" y="508833"/>
                </a:lnTo>
                <a:lnTo>
                  <a:pt x="642497" y="389133"/>
                </a:lnTo>
                <a:lnTo>
                  <a:pt x="805306" y="389133"/>
                </a:lnTo>
                <a:lnTo>
                  <a:pt x="819757" y="420575"/>
                </a:lnTo>
                <a:lnTo>
                  <a:pt x="843150" y="434911"/>
                </a:lnTo>
                <a:cubicBezTo>
                  <a:pt x="859088" y="449404"/>
                  <a:pt x="868975" y="469451"/>
                  <a:pt x="869031" y="491617"/>
                </a:cubicBezTo>
                <a:lnTo>
                  <a:pt x="869124" y="527981"/>
                </a:lnTo>
                <a:lnTo>
                  <a:pt x="898566" y="592038"/>
                </a:lnTo>
                <a:lnTo>
                  <a:pt x="902788" y="573893"/>
                </a:lnTo>
                <a:cubicBezTo>
                  <a:pt x="910354" y="541369"/>
                  <a:pt x="938493" y="517667"/>
                  <a:pt x="972115" y="511738"/>
                </a:cubicBezTo>
                <a:cubicBezTo>
                  <a:pt x="983323" y="509761"/>
                  <a:pt x="995139" y="509760"/>
                  <a:pt x="1007006" y="512064"/>
                </a:cubicBezTo>
                <a:cubicBezTo>
                  <a:pt x="1054475" y="521281"/>
                  <a:pt x="1084776" y="563908"/>
                  <a:pt x="1074686" y="607272"/>
                </a:cubicBezTo>
                <a:lnTo>
                  <a:pt x="1024339" y="823660"/>
                </a:lnTo>
                <a:lnTo>
                  <a:pt x="1024447" y="865917"/>
                </a:lnTo>
                <a:lnTo>
                  <a:pt x="1054855" y="932074"/>
                </a:lnTo>
                <a:lnTo>
                  <a:pt x="1332547" y="1102410"/>
                </a:lnTo>
                <a:lnTo>
                  <a:pt x="1332547" y="408545"/>
                </a:lnTo>
                <a:close/>
                <a:moveTo>
                  <a:pt x="723901" y="0"/>
                </a:moveTo>
                <a:lnTo>
                  <a:pt x="1447802" y="330657"/>
                </a:lnTo>
                <a:lnTo>
                  <a:pt x="1447803" y="1249458"/>
                </a:lnTo>
                <a:lnTo>
                  <a:pt x="723901" y="1580115"/>
                </a:lnTo>
                <a:lnTo>
                  <a:pt x="0" y="1249457"/>
                </a:lnTo>
                <a:lnTo>
                  <a:pt x="1" y="330656"/>
                </a:lnTo>
                <a:close/>
              </a:path>
            </a:pathLst>
          </a:custGeom>
          <a:solidFill>
            <a:srgbClr val="3A3838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4" name="Google Shape;444;p10"/>
          <p:cNvSpPr/>
          <p:nvPr/>
        </p:nvSpPr>
        <p:spPr>
          <a:xfrm>
            <a:off x="1695560" y="4526333"/>
            <a:ext cx="773118" cy="733168"/>
          </a:xfrm>
          <a:custGeom>
            <a:rect b="b" l="l" r="r" t="t"/>
            <a:pathLst>
              <a:path extrusionOk="0" h="726528" w="699881">
                <a:moveTo>
                  <a:pt x="432222" y="0"/>
                </a:moveTo>
                <a:cubicBezTo>
                  <a:pt x="476154" y="-103"/>
                  <a:pt x="511851" y="35429"/>
                  <a:pt x="511953" y="79360"/>
                </a:cubicBezTo>
                <a:lnTo>
                  <a:pt x="512465" y="299033"/>
                </a:lnTo>
                <a:lnTo>
                  <a:pt x="513149" y="299032"/>
                </a:lnTo>
                <a:lnTo>
                  <a:pt x="542512" y="160890"/>
                </a:lnTo>
                <a:cubicBezTo>
                  <a:pt x="549362" y="128661"/>
                  <a:pt x="574835" y="105174"/>
                  <a:pt x="605272" y="99298"/>
                </a:cubicBezTo>
                <a:cubicBezTo>
                  <a:pt x="615418" y="97339"/>
                  <a:pt x="626115" y="97338"/>
                  <a:pt x="636858" y="99621"/>
                </a:cubicBezTo>
                <a:cubicBezTo>
                  <a:pt x="679830" y="108755"/>
                  <a:pt x="707261" y="150996"/>
                  <a:pt x="698127" y="193967"/>
                </a:cubicBezTo>
                <a:lnTo>
                  <a:pt x="652549" y="408395"/>
                </a:lnTo>
                <a:lnTo>
                  <a:pt x="652915" y="565267"/>
                </a:lnTo>
                <a:lnTo>
                  <a:pt x="655641" y="588116"/>
                </a:lnTo>
                <a:cubicBezTo>
                  <a:pt x="655664" y="597574"/>
                  <a:pt x="654573" y="606811"/>
                  <a:pt x="652476" y="615734"/>
                </a:cubicBezTo>
                <a:lnTo>
                  <a:pt x="650382" y="621589"/>
                </a:lnTo>
                <a:lnTo>
                  <a:pt x="648204" y="632508"/>
                </a:lnTo>
                <a:lnTo>
                  <a:pt x="644506" y="638021"/>
                </a:lnTo>
                <a:lnTo>
                  <a:pt x="643271" y="641472"/>
                </a:lnTo>
                <a:cubicBezTo>
                  <a:pt x="619249" y="690700"/>
                  <a:pt x="562825" y="725334"/>
                  <a:pt x="496968" y="725487"/>
                </a:cubicBezTo>
                <a:cubicBezTo>
                  <a:pt x="475016" y="725538"/>
                  <a:pt x="454093" y="721753"/>
                  <a:pt x="435056" y="714865"/>
                </a:cubicBezTo>
                <a:lnTo>
                  <a:pt x="426590" y="709973"/>
                </a:lnTo>
                <a:lnTo>
                  <a:pt x="419706" y="714257"/>
                </a:lnTo>
                <a:cubicBezTo>
                  <a:pt x="399633" y="722107"/>
                  <a:pt x="377554" y="726474"/>
                  <a:pt x="354367" y="726528"/>
                </a:cubicBezTo>
                <a:cubicBezTo>
                  <a:pt x="296401" y="726663"/>
                  <a:pt x="245231" y="699812"/>
                  <a:pt x="214957" y="658862"/>
                </a:cubicBezTo>
                <a:lnTo>
                  <a:pt x="212218" y="654252"/>
                </a:lnTo>
                <a:lnTo>
                  <a:pt x="209860" y="651146"/>
                </a:lnTo>
                <a:lnTo>
                  <a:pt x="204622" y="641470"/>
                </a:lnTo>
                <a:lnTo>
                  <a:pt x="199413" y="632704"/>
                </a:lnTo>
                <a:lnTo>
                  <a:pt x="197592" y="627357"/>
                </a:lnTo>
                <a:lnTo>
                  <a:pt x="193156" y="617953"/>
                </a:lnTo>
                <a:cubicBezTo>
                  <a:pt x="181495" y="592504"/>
                  <a:pt x="168909" y="563698"/>
                  <a:pt x="156146" y="551257"/>
                </a:cubicBezTo>
                <a:cubicBezTo>
                  <a:pt x="133813" y="529485"/>
                  <a:pt x="87509" y="532819"/>
                  <a:pt x="74727" y="521222"/>
                </a:cubicBezTo>
                <a:lnTo>
                  <a:pt x="72208" y="516582"/>
                </a:lnTo>
                <a:lnTo>
                  <a:pt x="53067" y="507474"/>
                </a:lnTo>
                <a:cubicBezTo>
                  <a:pt x="13559" y="481529"/>
                  <a:pt x="-7849" y="443922"/>
                  <a:pt x="2659" y="411627"/>
                </a:cubicBezTo>
                <a:cubicBezTo>
                  <a:pt x="16670" y="368567"/>
                  <a:pt x="82116" y="351260"/>
                  <a:pt x="148835" y="372970"/>
                </a:cubicBezTo>
                <a:cubicBezTo>
                  <a:pt x="165516" y="378397"/>
                  <a:pt x="180696" y="385749"/>
                  <a:pt x="193865" y="394398"/>
                </a:cubicBezTo>
                <a:lnTo>
                  <a:pt x="216970" y="414867"/>
                </a:lnTo>
                <a:lnTo>
                  <a:pt x="162115" y="191495"/>
                </a:lnTo>
                <a:cubicBezTo>
                  <a:pt x="151638" y="148830"/>
                  <a:pt x="177731" y="105750"/>
                  <a:pt x="220395" y="95273"/>
                </a:cubicBezTo>
                <a:cubicBezTo>
                  <a:pt x="231061" y="92654"/>
                  <a:pt x="241753" y="92320"/>
                  <a:pt x="251956" y="93960"/>
                </a:cubicBezTo>
                <a:cubicBezTo>
                  <a:pt x="282562" y="98878"/>
                  <a:pt x="308759" y="121555"/>
                  <a:pt x="316617" y="153553"/>
                </a:cubicBezTo>
                <a:lnTo>
                  <a:pt x="352435" y="299406"/>
                </a:lnTo>
                <a:lnTo>
                  <a:pt x="353373" y="299404"/>
                </a:lnTo>
                <a:lnTo>
                  <a:pt x="352861" y="79731"/>
                </a:lnTo>
                <a:cubicBezTo>
                  <a:pt x="352759" y="35799"/>
                  <a:pt x="388290" y="102"/>
                  <a:pt x="432222" y="0"/>
                </a:cubicBezTo>
                <a:close/>
              </a:path>
            </a:pathLst>
          </a:custGeom>
          <a:solidFill>
            <a:srgbClr val="FF000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5" name="Google Shape;445;p10"/>
          <p:cNvSpPr/>
          <p:nvPr/>
        </p:nvSpPr>
        <p:spPr>
          <a:xfrm>
            <a:off x="1392054" y="4114801"/>
            <a:ext cx="1447803" cy="1580115"/>
          </a:xfrm>
          <a:custGeom>
            <a:rect b="b" l="l" r="r" t="t"/>
            <a:pathLst>
              <a:path extrusionOk="0" h="1325270" w="1109313">
                <a:moveTo>
                  <a:pt x="99767" y="419242"/>
                </a:moveTo>
                <a:lnTo>
                  <a:pt x="99767" y="982615"/>
                </a:lnTo>
                <a:lnTo>
                  <a:pt x="560386" y="1212925"/>
                </a:lnTo>
                <a:lnTo>
                  <a:pt x="973893" y="1006171"/>
                </a:lnTo>
                <a:close/>
                <a:moveTo>
                  <a:pt x="560385" y="112345"/>
                </a:moveTo>
                <a:lnTo>
                  <a:pt x="131015" y="327030"/>
                </a:lnTo>
                <a:lnTo>
                  <a:pt x="1021003" y="924610"/>
                </a:lnTo>
                <a:lnTo>
                  <a:pt x="1021003" y="342654"/>
                </a:lnTo>
                <a:close/>
                <a:moveTo>
                  <a:pt x="554656" y="0"/>
                </a:moveTo>
                <a:lnTo>
                  <a:pt x="1109312" y="277328"/>
                </a:lnTo>
                <a:lnTo>
                  <a:pt x="1109313" y="1047942"/>
                </a:lnTo>
                <a:lnTo>
                  <a:pt x="554656" y="1325270"/>
                </a:lnTo>
                <a:lnTo>
                  <a:pt x="0" y="1047941"/>
                </a:lnTo>
                <a:lnTo>
                  <a:pt x="1" y="277327"/>
                </a:lnTo>
                <a:close/>
              </a:path>
            </a:pathLst>
          </a:custGeom>
          <a:solidFill>
            <a:srgbClr val="FF000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6" name="Google Shape;446;p10"/>
          <p:cNvSpPr/>
          <p:nvPr/>
        </p:nvSpPr>
        <p:spPr>
          <a:xfrm>
            <a:off x="7051761" y="4114800"/>
            <a:ext cx="1447803" cy="1580115"/>
          </a:xfrm>
          <a:custGeom>
            <a:rect b="b" l="l" r="r" t="t"/>
            <a:pathLst>
              <a:path extrusionOk="0" h="1580115" w="1447803">
                <a:moveTo>
                  <a:pt x="665840" y="613307"/>
                </a:moveTo>
                <a:lnTo>
                  <a:pt x="691640" y="709280"/>
                </a:lnTo>
                <a:lnTo>
                  <a:pt x="693849" y="710635"/>
                </a:lnTo>
                <a:lnTo>
                  <a:pt x="693601" y="613307"/>
                </a:lnTo>
                <a:close/>
                <a:moveTo>
                  <a:pt x="130209" y="499861"/>
                </a:moveTo>
                <a:lnTo>
                  <a:pt x="130209" y="1171569"/>
                </a:lnTo>
                <a:lnTo>
                  <a:pt x="731379" y="1446167"/>
                </a:lnTo>
                <a:lnTo>
                  <a:pt x="1271062" y="1199655"/>
                </a:lnTo>
                <a:lnTo>
                  <a:pt x="1141240" y="1120022"/>
                </a:lnTo>
                <a:lnTo>
                  <a:pt x="1146331" y="1131099"/>
                </a:lnTo>
                <a:lnTo>
                  <a:pt x="921028" y="1131099"/>
                </a:lnTo>
                <a:lnTo>
                  <a:pt x="904689" y="1137323"/>
                </a:lnTo>
                <a:cubicBezTo>
                  <a:pt x="888201" y="1141398"/>
                  <a:pt x="870665" y="1143611"/>
                  <a:pt x="852478" y="1143650"/>
                </a:cubicBezTo>
                <a:cubicBezTo>
                  <a:pt x="828229" y="1143701"/>
                  <a:pt x="805116" y="1139882"/>
                  <a:pt x="784087" y="1132931"/>
                </a:cubicBezTo>
                <a:lnTo>
                  <a:pt x="774735" y="1127994"/>
                </a:lnTo>
                <a:lnTo>
                  <a:pt x="767131" y="1132317"/>
                </a:lnTo>
                <a:cubicBezTo>
                  <a:pt x="744957" y="1140239"/>
                  <a:pt x="720568" y="1144646"/>
                  <a:pt x="694955" y="1144700"/>
                </a:cubicBezTo>
                <a:cubicBezTo>
                  <a:pt x="646931" y="1144802"/>
                  <a:pt x="603130" y="1129586"/>
                  <a:pt x="570123" y="1104538"/>
                </a:cubicBezTo>
                <a:lnTo>
                  <a:pt x="562246" y="1096943"/>
                </a:lnTo>
                <a:lnTo>
                  <a:pt x="536909" y="1131099"/>
                </a:lnTo>
                <a:lnTo>
                  <a:pt x="301471" y="1131099"/>
                </a:lnTo>
                <a:lnTo>
                  <a:pt x="389767" y="938996"/>
                </a:lnTo>
                <a:lnTo>
                  <a:pt x="386053" y="937518"/>
                </a:lnTo>
                <a:lnTo>
                  <a:pt x="383270" y="932835"/>
                </a:lnTo>
                <a:lnTo>
                  <a:pt x="362126" y="923644"/>
                </a:lnTo>
                <a:cubicBezTo>
                  <a:pt x="318484" y="897462"/>
                  <a:pt x="294836" y="859511"/>
                  <a:pt x="306443" y="826921"/>
                </a:cubicBezTo>
                <a:cubicBezTo>
                  <a:pt x="318051" y="794331"/>
                  <a:pt x="361619" y="776359"/>
                  <a:pt x="413769" y="778653"/>
                </a:cubicBezTo>
                <a:lnTo>
                  <a:pt x="459843" y="786531"/>
                </a:lnTo>
                <a:lnTo>
                  <a:pt x="490131" y="720635"/>
                </a:lnTo>
                <a:close/>
                <a:moveTo>
                  <a:pt x="731378" y="133948"/>
                </a:moveTo>
                <a:lnTo>
                  <a:pt x="170992" y="389917"/>
                </a:lnTo>
                <a:lnTo>
                  <a:pt x="481473" y="580365"/>
                </a:lnTo>
                <a:lnTo>
                  <a:pt x="481134" y="572928"/>
                </a:lnTo>
                <a:cubicBezTo>
                  <a:pt x="486568" y="542042"/>
                  <a:pt x="511617" y="515605"/>
                  <a:pt x="546964" y="507676"/>
                </a:cubicBezTo>
                <a:cubicBezTo>
                  <a:pt x="558746" y="505033"/>
                  <a:pt x="570557" y="504696"/>
                  <a:pt x="581827" y="506351"/>
                </a:cubicBezTo>
                <a:lnTo>
                  <a:pt x="587480" y="508833"/>
                </a:lnTo>
                <a:lnTo>
                  <a:pt x="642497" y="389133"/>
                </a:lnTo>
                <a:lnTo>
                  <a:pt x="805306" y="389133"/>
                </a:lnTo>
                <a:lnTo>
                  <a:pt x="819757" y="420575"/>
                </a:lnTo>
                <a:lnTo>
                  <a:pt x="843150" y="434911"/>
                </a:lnTo>
                <a:cubicBezTo>
                  <a:pt x="859088" y="449404"/>
                  <a:pt x="868975" y="469451"/>
                  <a:pt x="869031" y="491617"/>
                </a:cubicBezTo>
                <a:lnTo>
                  <a:pt x="869124" y="527981"/>
                </a:lnTo>
                <a:lnTo>
                  <a:pt x="898566" y="592038"/>
                </a:lnTo>
                <a:lnTo>
                  <a:pt x="902788" y="573893"/>
                </a:lnTo>
                <a:cubicBezTo>
                  <a:pt x="910354" y="541369"/>
                  <a:pt x="938493" y="517667"/>
                  <a:pt x="972115" y="511738"/>
                </a:cubicBezTo>
                <a:cubicBezTo>
                  <a:pt x="983323" y="509761"/>
                  <a:pt x="995139" y="509760"/>
                  <a:pt x="1007006" y="512064"/>
                </a:cubicBezTo>
                <a:cubicBezTo>
                  <a:pt x="1054475" y="521281"/>
                  <a:pt x="1084776" y="563908"/>
                  <a:pt x="1074686" y="607272"/>
                </a:cubicBezTo>
                <a:lnTo>
                  <a:pt x="1024339" y="823660"/>
                </a:lnTo>
                <a:lnTo>
                  <a:pt x="1024447" y="865917"/>
                </a:lnTo>
                <a:lnTo>
                  <a:pt x="1054855" y="932074"/>
                </a:lnTo>
                <a:lnTo>
                  <a:pt x="1332547" y="1102410"/>
                </a:lnTo>
                <a:lnTo>
                  <a:pt x="1332547" y="408545"/>
                </a:lnTo>
                <a:close/>
                <a:moveTo>
                  <a:pt x="723901" y="0"/>
                </a:moveTo>
                <a:lnTo>
                  <a:pt x="1447802" y="330657"/>
                </a:lnTo>
                <a:lnTo>
                  <a:pt x="1447803" y="1249458"/>
                </a:lnTo>
                <a:lnTo>
                  <a:pt x="723901" y="1580115"/>
                </a:lnTo>
                <a:lnTo>
                  <a:pt x="0" y="1249457"/>
                </a:lnTo>
                <a:lnTo>
                  <a:pt x="1" y="330656"/>
                </a:lnTo>
                <a:close/>
              </a:path>
            </a:pathLst>
          </a:custGeom>
          <a:solidFill>
            <a:srgbClr val="3A3838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447" name="Google Shape;447;p10"/>
          <p:cNvGrpSpPr/>
          <p:nvPr/>
        </p:nvGrpSpPr>
        <p:grpSpPr>
          <a:xfrm>
            <a:off x="7051763" y="4114802"/>
            <a:ext cx="1447800" cy="1580115"/>
            <a:chOff x="10383252" y="2364493"/>
            <a:chExt cx="1447800" cy="1580115"/>
          </a:xfrm>
        </p:grpSpPr>
        <p:sp>
          <p:nvSpPr>
            <p:cNvPr id="448" name="Google Shape;448;p10"/>
            <p:cNvSpPr/>
            <p:nvPr/>
          </p:nvSpPr>
          <p:spPr>
            <a:xfrm rot="5400000">
              <a:off x="10317094" y="2430651"/>
              <a:ext cx="1580115" cy="1447800"/>
            </a:xfrm>
            <a:custGeom>
              <a:rect b="b" l="l" r="r" t="t"/>
              <a:pathLst>
                <a:path extrusionOk="0" h="1109312" w="1325270">
                  <a:moveTo>
                    <a:pt x="112345" y="548927"/>
                  </a:moveTo>
                  <a:lnTo>
                    <a:pt x="342654" y="1009545"/>
                  </a:lnTo>
                  <a:lnTo>
                    <a:pt x="982616" y="1009545"/>
                  </a:lnTo>
                  <a:lnTo>
                    <a:pt x="1212925" y="548927"/>
                  </a:lnTo>
                  <a:lnTo>
                    <a:pt x="982616" y="88309"/>
                  </a:lnTo>
                  <a:lnTo>
                    <a:pt x="342654" y="88309"/>
                  </a:lnTo>
                  <a:close/>
                  <a:moveTo>
                    <a:pt x="0" y="554656"/>
                  </a:moveTo>
                  <a:lnTo>
                    <a:pt x="277328" y="0"/>
                  </a:lnTo>
                  <a:lnTo>
                    <a:pt x="1047942" y="0"/>
                  </a:lnTo>
                  <a:lnTo>
                    <a:pt x="1325270" y="554656"/>
                  </a:lnTo>
                  <a:lnTo>
                    <a:pt x="1047942" y="1109312"/>
                  </a:lnTo>
                  <a:lnTo>
                    <a:pt x="277328" y="1109312"/>
                  </a:lnTo>
                  <a:close/>
                </a:path>
              </a:pathLst>
            </a:cu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49" name="Google Shape;449;p10"/>
            <p:cNvSpPr/>
            <p:nvPr/>
          </p:nvSpPr>
          <p:spPr>
            <a:xfrm>
              <a:off x="10684721" y="2753625"/>
              <a:ext cx="844860" cy="741966"/>
            </a:xfrm>
            <a:custGeom>
              <a:rect b="b" l="l" r="r" t="t"/>
              <a:pathLst>
                <a:path extrusionOk="0" h="1042841" w="1084796">
                  <a:moveTo>
                    <a:pt x="451381" y="315079"/>
                  </a:moveTo>
                  <a:lnTo>
                    <a:pt x="451381" y="759470"/>
                  </a:lnTo>
                  <a:lnTo>
                    <a:pt x="633415" y="759470"/>
                  </a:lnTo>
                  <a:lnTo>
                    <a:pt x="633415" y="392076"/>
                  </a:lnTo>
                  <a:lnTo>
                    <a:pt x="710412" y="315079"/>
                  </a:lnTo>
                  <a:lnTo>
                    <a:pt x="633415" y="315079"/>
                  </a:lnTo>
                  <a:lnTo>
                    <a:pt x="541078" y="315079"/>
                  </a:lnTo>
                  <a:close/>
                  <a:moveTo>
                    <a:pt x="437876" y="0"/>
                  </a:moveTo>
                  <a:lnTo>
                    <a:pt x="646921" y="0"/>
                  </a:lnTo>
                  <a:lnTo>
                    <a:pt x="1084796" y="1042841"/>
                  </a:lnTo>
                  <a:lnTo>
                    <a:pt x="782497" y="1042841"/>
                  </a:lnTo>
                  <a:lnTo>
                    <a:pt x="644241" y="838818"/>
                  </a:lnTo>
                  <a:lnTo>
                    <a:pt x="440556" y="838818"/>
                  </a:lnTo>
                  <a:lnTo>
                    <a:pt x="302301" y="1042841"/>
                  </a:lnTo>
                  <a:lnTo>
                    <a:pt x="0" y="1042841"/>
                  </a:lnTo>
                  <a:close/>
                </a:path>
              </a:pathLst>
            </a:cu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450" name="Google Shape;450;p10"/>
          <p:cNvSpPr/>
          <p:nvPr/>
        </p:nvSpPr>
        <p:spPr>
          <a:xfrm>
            <a:off x="3811685" y="3870918"/>
            <a:ext cx="1018779" cy="1033941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51" name="Google Shape;451;p10"/>
          <p:cNvCxnSpPr/>
          <p:nvPr/>
        </p:nvCxnSpPr>
        <p:spPr>
          <a:xfrm>
            <a:off x="9989092" y="3799038"/>
            <a:ext cx="0" cy="2334544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452" name="Google Shape;452;p10"/>
          <p:cNvCxnSpPr/>
          <p:nvPr/>
        </p:nvCxnSpPr>
        <p:spPr>
          <a:xfrm>
            <a:off x="4405142" y="3750845"/>
            <a:ext cx="0" cy="2334544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miter lim="800000"/>
            <a:headEnd len="med" w="med" type="triangle"/>
            <a:tailEnd len="sm" w="sm" type="none"/>
          </a:ln>
        </p:spPr>
      </p:cxnSp>
      <p:sp>
        <p:nvSpPr>
          <p:cNvPr id="453" name="Google Shape;453;p10"/>
          <p:cNvSpPr txBox="1"/>
          <p:nvPr/>
        </p:nvSpPr>
        <p:spPr>
          <a:xfrm>
            <a:off x="524322" y="1113706"/>
            <a:ext cx="1114335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키 캡의 눌림 상태에 따라 윗면의 모양과 색상이 변한다.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1"/>
          <p:cNvSpPr/>
          <p:nvPr/>
        </p:nvSpPr>
        <p:spPr>
          <a:xfrm>
            <a:off x="0" y="6661463"/>
            <a:ext cx="12192000" cy="196537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9" name="Google Shape;459;p11"/>
          <p:cNvSpPr/>
          <p:nvPr/>
        </p:nvSpPr>
        <p:spPr>
          <a:xfrm>
            <a:off x="0" y="0"/>
            <a:ext cx="12192000" cy="196537"/>
          </a:xfrm>
          <a:prstGeom prst="rect">
            <a:avLst/>
          </a:prstGeom>
          <a:gradFill>
            <a:gsLst>
              <a:gs pos="0">
                <a:srgbClr val="254061"/>
              </a:gs>
              <a:gs pos="50000">
                <a:srgbClr val="254061"/>
              </a:gs>
              <a:gs pos="77000">
                <a:srgbClr val="C1C5CD"/>
              </a:gs>
              <a:gs pos="100000">
                <a:srgbClr val="E1E2E5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0" name="Google Shape;460;p11"/>
          <p:cNvSpPr txBox="1"/>
          <p:nvPr/>
        </p:nvSpPr>
        <p:spPr>
          <a:xfrm>
            <a:off x="5463375" y="6628926"/>
            <a:ext cx="126305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Ver.1.0.0</a:t>
            </a:r>
            <a:endParaRPr b="1" sz="105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61" name="Google Shape;461;p11"/>
          <p:cNvPicPr preferRelativeResize="0"/>
          <p:nvPr/>
        </p:nvPicPr>
        <p:blipFill rotWithShape="1">
          <a:blip r:embed="rId3">
            <a:alphaModFix/>
          </a:blip>
          <a:srcRect b="0" l="0" r="0" t="7981"/>
          <a:stretch/>
        </p:blipFill>
        <p:spPr>
          <a:xfrm>
            <a:off x="11608357" y="6661463"/>
            <a:ext cx="581449" cy="165234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11"/>
          <p:cNvSpPr txBox="1"/>
          <p:nvPr>
            <p:ph idx="12" type="sldNum"/>
          </p:nvPr>
        </p:nvSpPr>
        <p:spPr>
          <a:xfrm>
            <a:off x="9824484" y="1"/>
            <a:ext cx="2367516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3" name="Google Shape;463;p11"/>
          <p:cNvSpPr txBox="1"/>
          <p:nvPr>
            <p:ph idx="11" type="ftr"/>
          </p:nvPr>
        </p:nvSpPr>
        <p:spPr>
          <a:xfrm>
            <a:off x="0" y="3175"/>
            <a:ext cx="34906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PUZ_08_스위치 퍼즐 시스템 기획서</a:t>
            </a:r>
            <a:endParaRPr/>
          </a:p>
        </p:txBody>
      </p:sp>
      <p:sp>
        <p:nvSpPr>
          <p:cNvPr id="464" name="Google Shape;464;p11"/>
          <p:cNvSpPr txBox="1"/>
          <p:nvPr/>
        </p:nvSpPr>
        <p:spPr>
          <a:xfrm>
            <a:off x="157882" y="624365"/>
            <a:ext cx="31576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| 스위치 영역</a:t>
            </a:r>
            <a:endParaRPr/>
          </a:p>
        </p:txBody>
      </p:sp>
      <p:sp>
        <p:nvSpPr>
          <p:cNvPr id="465" name="Google Shape;465;p11"/>
          <p:cNvSpPr txBox="1"/>
          <p:nvPr/>
        </p:nvSpPr>
        <p:spPr>
          <a:xfrm>
            <a:off x="524322" y="1113706"/>
            <a:ext cx="1114335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스위치 영역 = 유저가 상호작용 시 동시에 영향을 받는 영역</a:t>
            </a:r>
            <a:endParaRPr b="1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66" name="Google Shape;466;p11"/>
          <p:cNvPicPr preferRelativeResize="0"/>
          <p:nvPr/>
        </p:nvPicPr>
        <p:blipFill rotWithShape="1">
          <a:blip r:embed="rId4">
            <a:alphaModFix/>
          </a:blip>
          <a:srcRect b="12183" l="10462" r="11563" t="16040"/>
          <a:stretch/>
        </p:blipFill>
        <p:spPr>
          <a:xfrm>
            <a:off x="621447" y="2092338"/>
            <a:ext cx="4791079" cy="2960185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11"/>
          <p:cNvSpPr/>
          <p:nvPr/>
        </p:nvSpPr>
        <p:spPr>
          <a:xfrm>
            <a:off x="4270785" y="3333805"/>
            <a:ext cx="694377" cy="429853"/>
          </a:xfrm>
          <a:custGeom>
            <a:rect b="b" l="l" r="r" t="t"/>
            <a:pathLst>
              <a:path extrusionOk="0" h="660400" w="1066800">
                <a:moveTo>
                  <a:pt x="0" y="25400"/>
                </a:moveTo>
                <a:lnTo>
                  <a:pt x="101600" y="660400"/>
                </a:lnTo>
                <a:lnTo>
                  <a:pt x="1066800" y="651934"/>
                </a:lnTo>
                <a:lnTo>
                  <a:pt x="948266" y="0"/>
                </a:lnTo>
                <a:lnTo>
                  <a:pt x="0" y="25400"/>
                </a:lnTo>
                <a:close/>
              </a:path>
            </a:pathLst>
          </a:custGeom>
          <a:solidFill>
            <a:srgbClr val="FF0000">
              <a:alpha val="29803"/>
            </a:srgbClr>
          </a:solidFill>
          <a:ln cap="flat" cmpd="sng" w="28575">
            <a:solidFill>
              <a:srgbClr val="FFFF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468" name="Google Shape;468;p11"/>
          <p:cNvGrpSpPr/>
          <p:nvPr/>
        </p:nvGrpSpPr>
        <p:grpSpPr>
          <a:xfrm>
            <a:off x="2746719" y="5276205"/>
            <a:ext cx="809749" cy="806947"/>
            <a:chOff x="2364970" y="4882551"/>
            <a:chExt cx="1146781" cy="1142812"/>
          </a:xfrm>
        </p:grpSpPr>
        <p:sp>
          <p:nvSpPr>
            <p:cNvPr id="469" name="Google Shape;469;p11"/>
            <p:cNvSpPr/>
            <p:nvPr/>
          </p:nvSpPr>
          <p:spPr>
            <a:xfrm>
              <a:off x="2364970" y="4882551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70" name="Google Shape;470;p11"/>
            <p:cNvSpPr/>
            <p:nvPr/>
          </p:nvSpPr>
          <p:spPr>
            <a:xfrm>
              <a:off x="2747230" y="4882551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71" name="Google Shape;471;p11"/>
            <p:cNvSpPr/>
            <p:nvPr/>
          </p:nvSpPr>
          <p:spPr>
            <a:xfrm>
              <a:off x="3129491" y="4882551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72" name="Google Shape;472;p11"/>
            <p:cNvSpPr/>
            <p:nvPr/>
          </p:nvSpPr>
          <p:spPr>
            <a:xfrm>
              <a:off x="2364970" y="5263489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73" name="Google Shape;473;p11"/>
            <p:cNvSpPr/>
            <p:nvPr/>
          </p:nvSpPr>
          <p:spPr>
            <a:xfrm>
              <a:off x="2747230" y="5263489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74" name="Google Shape;474;p11"/>
            <p:cNvSpPr/>
            <p:nvPr/>
          </p:nvSpPr>
          <p:spPr>
            <a:xfrm>
              <a:off x="3129491" y="5263489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75" name="Google Shape;475;p11"/>
            <p:cNvSpPr/>
            <p:nvPr/>
          </p:nvSpPr>
          <p:spPr>
            <a:xfrm>
              <a:off x="2364970" y="5644426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76" name="Google Shape;476;p11"/>
            <p:cNvSpPr/>
            <p:nvPr/>
          </p:nvSpPr>
          <p:spPr>
            <a:xfrm>
              <a:off x="2747230" y="5644426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77" name="Google Shape;477;p11"/>
            <p:cNvSpPr/>
            <p:nvPr/>
          </p:nvSpPr>
          <p:spPr>
            <a:xfrm>
              <a:off x="3129491" y="5644426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78" name="Google Shape;478;p11"/>
            <p:cNvSpPr/>
            <p:nvPr/>
          </p:nvSpPr>
          <p:spPr>
            <a:xfrm>
              <a:off x="2406064" y="4918052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79" name="Google Shape;479;p11"/>
            <p:cNvSpPr/>
            <p:nvPr/>
          </p:nvSpPr>
          <p:spPr>
            <a:xfrm>
              <a:off x="2788324" y="4918052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80" name="Google Shape;480;p11"/>
            <p:cNvSpPr/>
            <p:nvPr/>
          </p:nvSpPr>
          <p:spPr>
            <a:xfrm>
              <a:off x="3170584" y="4918052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81" name="Google Shape;481;p11"/>
            <p:cNvSpPr/>
            <p:nvPr/>
          </p:nvSpPr>
          <p:spPr>
            <a:xfrm>
              <a:off x="2406064" y="5298990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82" name="Google Shape;482;p11"/>
            <p:cNvSpPr/>
            <p:nvPr/>
          </p:nvSpPr>
          <p:spPr>
            <a:xfrm>
              <a:off x="2788324" y="5298990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83" name="Google Shape;483;p11"/>
            <p:cNvSpPr/>
            <p:nvPr/>
          </p:nvSpPr>
          <p:spPr>
            <a:xfrm>
              <a:off x="3170584" y="5298990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84" name="Google Shape;484;p11"/>
            <p:cNvSpPr/>
            <p:nvPr/>
          </p:nvSpPr>
          <p:spPr>
            <a:xfrm>
              <a:off x="2406064" y="5679927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85" name="Google Shape;485;p11"/>
            <p:cNvSpPr/>
            <p:nvPr/>
          </p:nvSpPr>
          <p:spPr>
            <a:xfrm>
              <a:off x="2788324" y="5679927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86" name="Google Shape;486;p11"/>
            <p:cNvSpPr/>
            <p:nvPr/>
          </p:nvSpPr>
          <p:spPr>
            <a:xfrm>
              <a:off x="3170584" y="5679927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487" name="Google Shape;487;p11"/>
          <p:cNvCxnSpPr>
            <a:endCxn id="474" idx="3"/>
          </p:cNvCxnSpPr>
          <p:nvPr/>
        </p:nvCxnSpPr>
        <p:spPr>
          <a:xfrm rot="5400000">
            <a:off x="3188818" y="4160329"/>
            <a:ext cx="1887000" cy="1151700"/>
          </a:xfrm>
          <a:prstGeom prst="bentConnector2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488" name="Google Shape;488;p11"/>
          <p:cNvGrpSpPr/>
          <p:nvPr/>
        </p:nvGrpSpPr>
        <p:grpSpPr>
          <a:xfrm>
            <a:off x="7246148" y="2360526"/>
            <a:ext cx="1135852" cy="1131922"/>
            <a:chOff x="2364970" y="4882551"/>
            <a:chExt cx="1146781" cy="1142812"/>
          </a:xfrm>
        </p:grpSpPr>
        <p:sp>
          <p:nvSpPr>
            <p:cNvPr id="489" name="Google Shape;489;p11"/>
            <p:cNvSpPr/>
            <p:nvPr/>
          </p:nvSpPr>
          <p:spPr>
            <a:xfrm>
              <a:off x="2364970" y="4882551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90" name="Google Shape;490;p11"/>
            <p:cNvSpPr/>
            <p:nvPr/>
          </p:nvSpPr>
          <p:spPr>
            <a:xfrm>
              <a:off x="2747230" y="4882551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91" name="Google Shape;491;p11"/>
            <p:cNvSpPr/>
            <p:nvPr/>
          </p:nvSpPr>
          <p:spPr>
            <a:xfrm>
              <a:off x="3129491" y="4882551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92" name="Google Shape;492;p11"/>
            <p:cNvSpPr/>
            <p:nvPr/>
          </p:nvSpPr>
          <p:spPr>
            <a:xfrm>
              <a:off x="2364970" y="5263489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93" name="Google Shape;493;p11"/>
            <p:cNvSpPr/>
            <p:nvPr/>
          </p:nvSpPr>
          <p:spPr>
            <a:xfrm>
              <a:off x="2747230" y="5263489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94" name="Google Shape;494;p11"/>
            <p:cNvSpPr/>
            <p:nvPr/>
          </p:nvSpPr>
          <p:spPr>
            <a:xfrm>
              <a:off x="3129491" y="5263489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95" name="Google Shape;495;p11"/>
            <p:cNvSpPr/>
            <p:nvPr/>
          </p:nvSpPr>
          <p:spPr>
            <a:xfrm>
              <a:off x="2364970" y="5644426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96" name="Google Shape;496;p11"/>
            <p:cNvSpPr/>
            <p:nvPr/>
          </p:nvSpPr>
          <p:spPr>
            <a:xfrm>
              <a:off x="2747230" y="5644426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97" name="Google Shape;497;p11"/>
            <p:cNvSpPr/>
            <p:nvPr/>
          </p:nvSpPr>
          <p:spPr>
            <a:xfrm>
              <a:off x="3129491" y="5644426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98" name="Google Shape;498;p11"/>
            <p:cNvSpPr/>
            <p:nvPr/>
          </p:nvSpPr>
          <p:spPr>
            <a:xfrm>
              <a:off x="2406064" y="4918052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99" name="Google Shape;499;p11"/>
            <p:cNvSpPr/>
            <p:nvPr/>
          </p:nvSpPr>
          <p:spPr>
            <a:xfrm>
              <a:off x="2788324" y="4918052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00" name="Google Shape;500;p11"/>
            <p:cNvSpPr/>
            <p:nvPr/>
          </p:nvSpPr>
          <p:spPr>
            <a:xfrm>
              <a:off x="3170584" y="4918052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01" name="Google Shape;501;p11"/>
            <p:cNvSpPr/>
            <p:nvPr/>
          </p:nvSpPr>
          <p:spPr>
            <a:xfrm>
              <a:off x="2406064" y="5298990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02" name="Google Shape;502;p11"/>
            <p:cNvSpPr/>
            <p:nvPr/>
          </p:nvSpPr>
          <p:spPr>
            <a:xfrm>
              <a:off x="2788324" y="5298990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03" name="Google Shape;503;p11"/>
            <p:cNvSpPr/>
            <p:nvPr/>
          </p:nvSpPr>
          <p:spPr>
            <a:xfrm>
              <a:off x="3170584" y="5298990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04" name="Google Shape;504;p11"/>
            <p:cNvSpPr/>
            <p:nvPr/>
          </p:nvSpPr>
          <p:spPr>
            <a:xfrm>
              <a:off x="2406064" y="5679927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05" name="Google Shape;505;p11"/>
            <p:cNvSpPr/>
            <p:nvPr/>
          </p:nvSpPr>
          <p:spPr>
            <a:xfrm>
              <a:off x="2788324" y="5679927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06" name="Google Shape;506;p11"/>
            <p:cNvSpPr/>
            <p:nvPr/>
          </p:nvSpPr>
          <p:spPr>
            <a:xfrm>
              <a:off x="3170584" y="5679927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2"/>
          <p:cNvSpPr/>
          <p:nvPr/>
        </p:nvSpPr>
        <p:spPr>
          <a:xfrm>
            <a:off x="0" y="6661463"/>
            <a:ext cx="12192000" cy="196537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2" name="Google Shape;512;p12"/>
          <p:cNvSpPr/>
          <p:nvPr/>
        </p:nvSpPr>
        <p:spPr>
          <a:xfrm>
            <a:off x="0" y="0"/>
            <a:ext cx="12192000" cy="196537"/>
          </a:xfrm>
          <a:prstGeom prst="rect">
            <a:avLst/>
          </a:prstGeom>
          <a:gradFill>
            <a:gsLst>
              <a:gs pos="0">
                <a:srgbClr val="254061"/>
              </a:gs>
              <a:gs pos="50000">
                <a:srgbClr val="254061"/>
              </a:gs>
              <a:gs pos="77000">
                <a:srgbClr val="C1C5CD"/>
              </a:gs>
              <a:gs pos="100000">
                <a:srgbClr val="E1E2E5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3" name="Google Shape;513;p12"/>
          <p:cNvSpPr txBox="1"/>
          <p:nvPr/>
        </p:nvSpPr>
        <p:spPr>
          <a:xfrm>
            <a:off x="5463375" y="6628926"/>
            <a:ext cx="126305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Ver.1.0.0</a:t>
            </a:r>
            <a:endParaRPr b="1" sz="105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14" name="Google Shape;514;p12"/>
          <p:cNvPicPr preferRelativeResize="0"/>
          <p:nvPr/>
        </p:nvPicPr>
        <p:blipFill rotWithShape="1">
          <a:blip r:embed="rId3">
            <a:alphaModFix/>
          </a:blip>
          <a:srcRect b="0" l="0" r="0" t="7981"/>
          <a:stretch/>
        </p:blipFill>
        <p:spPr>
          <a:xfrm>
            <a:off x="11608357" y="6661463"/>
            <a:ext cx="581449" cy="165234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12"/>
          <p:cNvSpPr txBox="1"/>
          <p:nvPr>
            <p:ph idx="12" type="sldNum"/>
          </p:nvPr>
        </p:nvSpPr>
        <p:spPr>
          <a:xfrm>
            <a:off x="9824484" y="1"/>
            <a:ext cx="2367516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6" name="Google Shape;516;p12"/>
          <p:cNvSpPr txBox="1"/>
          <p:nvPr>
            <p:ph idx="11" type="ftr"/>
          </p:nvPr>
        </p:nvSpPr>
        <p:spPr>
          <a:xfrm>
            <a:off x="0" y="3175"/>
            <a:ext cx="34906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PUZ_08_스위치 퍼즐 시스템 기획서</a:t>
            </a:r>
            <a:endParaRPr/>
          </a:p>
        </p:txBody>
      </p:sp>
      <p:sp>
        <p:nvSpPr>
          <p:cNvPr id="517" name="Google Shape;517;p12"/>
          <p:cNvSpPr txBox="1"/>
          <p:nvPr/>
        </p:nvSpPr>
        <p:spPr>
          <a:xfrm>
            <a:off x="157882" y="624365"/>
            <a:ext cx="31576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| 스위치 영역</a:t>
            </a:r>
            <a:endParaRPr/>
          </a:p>
        </p:txBody>
      </p:sp>
      <p:sp>
        <p:nvSpPr>
          <p:cNvPr id="518" name="Google Shape;518;p12"/>
          <p:cNvSpPr txBox="1"/>
          <p:nvPr/>
        </p:nvSpPr>
        <p:spPr>
          <a:xfrm>
            <a:off x="524322" y="1113706"/>
            <a:ext cx="1114335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스위치 영역은 3*3을 기준으로 중앙은 항상 포함하며 퍼즐의 라운드 마다 각각 다른 영역을 제공한다.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테이블에 따라 녹색과 빨간색으로 조합되어 해킹패널 우측에 표시되어야 한다.</a:t>
            </a:r>
            <a:endParaRPr/>
          </a:p>
        </p:txBody>
      </p:sp>
      <p:grpSp>
        <p:nvGrpSpPr>
          <p:cNvPr id="519" name="Google Shape;519;p12"/>
          <p:cNvGrpSpPr/>
          <p:nvPr/>
        </p:nvGrpSpPr>
        <p:grpSpPr>
          <a:xfrm>
            <a:off x="812691" y="1880088"/>
            <a:ext cx="1135852" cy="1131922"/>
            <a:chOff x="2364970" y="4882551"/>
            <a:chExt cx="1146781" cy="1142812"/>
          </a:xfrm>
        </p:grpSpPr>
        <p:sp>
          <p:nvSpPr>
            <p:cNvPr id="520" name="Google Shape;520;p12"/>
            <p:cNvSpPr/>
            <p:nvPr/>
          </p:nvSpPr>
          <p:spPr>
            <a:xfrm>
              <a:off x="2364970" y="4882551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21" name="Google Shape;521;p12"/>
            <p:cNvSpPr/>
            <p:nvPr/>
          </p:nvSpPr>
          <p:spPr>
            <a:xfrm>
              <a:off x="2747230" y="4882551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22" name="Google Shape;522;p12"/>
            <p:cNvSpPr/>
            <p:nvPr/>
          </p:nvSpPr>
          <p:spPr>
            <a:xfrm>
              <a:off x="3129491" y="4882551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23" name="Google Shape;523;p12"/>
            <p:cNvSpPr/>
            <p:nvPr/>
          </p:nvSpPr>
          <p:spPr>
            <a:xfrm>
              <a:off x="2364970" y="5263489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24" name="Google Shape;524;p12"/>
            <p:cNvSpPr/>
            <p:nvPr/>
          </p:nvSpPr>
          <p:spPr>
            <a:xfrm>
              <a:off x="2747230" y="5263489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25" name="Google Shape;525;p12"/>
            <p:cNvSpPr/>
            <p:nvPr/>
          </p:nvSpPr>
          <p:spPr>
            <a:xfrm>
              <a:off x="3129491" y="5263489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26" name="Google Shape;526;p12"/>
            <p:cNvSpPr/>
            <p:nvPr/>
          </p:nvSpPr>
          <p:spPr>
            <a:xfrm>
              <a:off x="2364970" y="5644426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27" name="Google Shape;527;p12"/>
            <p:cNvSpPr/>
            <p:nvPr/>
          </p:nvSpPr>
          <p:spPr>
            <a:xfrm>
              <a:off x="2747230" y="5644426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28" name="Google Shape;528;p12"/>
            <p:cNvSpPr/>
            <p:nvPr/>
          </p:nvSpPr>
          <p:spPr>
            <a:xfrm>
              <a:off x="3129491" y="5644426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29" name="Google Shape;529;p12"/>
            <p:cNvSpPr/>
            <p:nvPr/>
          </p:nvSpPr>
          <p:spPr>
            <a:xfrm>
              <a:off x="2406064" y="4918052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0" name="Google Shape;530;p12"/>
            <p:cNvSpPr/>
            <p:nvPr/>
          </p:nvSpPr>
          <p:spPr>
            <a:xfrm>
              <a:off x="2788324" y="4918052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1" name="Google Shape;531;p12"/>
            <p:cNvSpPr/>
            <p:nvPr/>
          </p:nvSpPr>
          <p:spPr>
            <a:xfrm>
              <a:off x="3170584" y="4918052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2" name="Google Shape;532;p12"/>
            <p:cNvSpPr/>
            <p:nvPr/>
          </p:nvSpPr>
          <p:spPr>
            <a:xfrm>
              <a:off x="2406064" y="5298990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3" name="Google Shape;533;p12"/>
            <p:cNvSpPr/>
            <p:nvPr/>
          </p:nvSpPr>
          <p:spPr>
            <a:xfrm>
              <a:off x="2788324" y="5298990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4" name="Google Shape;534;p12"/>
            <p:cNvSpPr/>
            <p:nvPr/>
          </p:nvSpPr>
          <p:spPr>
            <a:xfrm>
              <a:off x="3170584" y="5298990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5" name="Google Shape;535;p12"/>
            <p:cNvSpPr/>
            <p:nvPr/>
          </p:nvSpPr>
          <p:spPr>
            <a:xfrm>
              <a:off x="2406064" y="5679927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6" name="Google Shape;536;p12"/>
            <p:cNvSpPr/>
            <p:nvPr/>
          </p:nvSpPr>
          <p:spPr>
            <a:xfrm>
              <a:off x="2788324" y="5679927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7" name="Google Shape;537;p12"/>
            <p:cNvSpPr/>
            <p:nvPr/>
          </p:nvSpPr>
          <p:spPr>
            <a:xfrm>
              <a:off x="3170584" y="5679927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538" name="Google Shape;538;p12"/>
          <p:cNvSpPr txBox="1"/>
          <p:nvPr/>
        </p:nvSpPr>
        <p:spPr>
          <a:xfrm>
            <a:off x="2240073" y="1968826"/>
            <a:ext cx="60996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sSwitchArray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39" name="Google Shape;53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40073" y="2370695"/>
            <a:ext cx="4925112" cy="571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0" name="Google Shape;540;p12"/>
          <p:cNvGrpSpPr/>
          <p:nvPr/>
        </p:nvGrpSpPr>
        <p:grpSpPr>
          <a:xfrm>
            <a:off x="786150" y="3577775"/>
            <a:ext cx="10619701" cy="1142812"/>
            <a:chOff x="786150" y="1702486"/>
            <a:chExt cx="10619701" cy="1142812"/>
          </a:xfrm>
        </p:grpSpPr>
        <p:sp>
          <p:nvSpPr>
            <p:cNvPr id="541" name="Google Shape;541;p12"/>
            <p:cNvSpPr/>
            <p:nvPr/>
          </p:nvSpPr>
          <p:spPr>
            <a:xfrm>
              <a:off x="786150" y="1702486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42" name="Google Shape;542;p12"/>
            <p:cNvSpPr/>
            <p:nvPr/>
          </p:nvSpPr>
          <p:spPr>
            <a:xfrm>
              <a:off x="1168410" y="1702486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43" name="Google Shape;543;p12"/>
            <p:cNvSpPr/>
            <p:nvPr/>
          </p:nvSpPr>
          <p:spPr>
            <a:xfrm>
              <a:off x="1550671" y="1702486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44" name="Google Shape;544;p12"/>
            <p:cNvSpPr/>
            <p:nvPr/>
          </p:nvSpPr>
          <p:spPr>
            <a:xfrm>
              <a:off x="786150" y="2083424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45" name="Google Shape;545;p12"/>
            <p:cNvSpPr/>
            <p:nvPr/>
          </p:nvSpPr>
          <p:spPr>
            <a:xfrm>
              <a:off x="1168410" y="2083424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46" name="Google Shape;546;p12"/>
            <p:cNvSpPr/>
            <p:nvPr/>
          </p:nvSpPr>
          <p:spPr>
            <a:xfrm>
              <a:off x="1550671" y="2083424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47" name="Google Shape;547;p12"/>
            <p:cNvSpPr/>
            <p:nvPr/>
          </p:nvSpPr>
          <p:spPr>
            <a:xfrm>
              <a:off x="786150" y="2464361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48" name="Google Shape;548;p12"/>
            <p:cNvSpPr/>
            <p:nvPr/>
          </p:nvSpPr>
          <p:spPr>
            <a:xfrm>
              <a:off x="1168410" y="2464361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49" name="Google Shape;549;p12"/>
            <p:cNvSpPr/>
            <p:nvPr/>
          </p:nvSpPr>
          <p:spPr>
            <a:xfrm>
              <a:off x="1550671" y="2464361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50" name="Google Shape;550;p12"/>
            <p:cNvSpPr/>
            <p:nvPr/>
          </p:nvSpPr>
          <p:spPr>
            <a:xfrm>
              <a:off x="827244" y="1737987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51" name="Google Shape;551;p12"/>
            <p:cNvSpPr/>
            <p:nvPr/>
          </p:nvSpPr>
          <p:spPr>
            <a:xfrm>
              <a:off x="1209504" y="1737987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52" name="Google Shape;552;p12"/>
            <p:cNvSpPr/>
            <p:nvPr/>
          </p:nvSpPr>
          <p:spPr>
            <a:xfrm>
              <a:off x="1591764" y="1737987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53" name="Google Shape;553;p12"/>
            <p:cNvSpPr/>
            <p:nvPr/>
          </p:nvSpPr>
          <p:spPr>
            <a:xfrm>
              <a:off x="827244" y="2118925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54" name="Google Shape;554;p12"/>
            <p:cNvSpPr/>
            <p:nvPr/>
          </p:nvSpPr>
          <p:spPr>
            <a:xfrm>
              <a:off x="1209504" y="2118925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55" name="Google Shape;555;p12"/>
            <p:cNvSpPr/>
            <p:nvPr/>
          </p:nvSpPr>
          <p:spPr>
            <a:xfrm>
              <a:off x="1591764" y="2118925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56" name="Google Shape;556;p12"/>
            <p:cNvSpPr/>
            <p:nvPr/>
          </p:nvSpPr>
          <p:spPr>
            <a:xfrm>
              <a:off x="827244" y="2499862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57" name="Google Shape;557;p12"/>
            <p:cNvSpPr/>
            <p:nvPr/>
          </p:nvSpPr>
          <p:spPr>
            <a:xfrm>
              <a:off x="1209504" y="2499862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58" name="Google Shape;558;p12"/>
            <p:cNvSpPr/>
            <p:nvPr/>
          </p:nvSpPr>
          <p:spPr>
            <a:xfrm>
              <a:off x="1591764" y="2499862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59" name="Google Shape;559;p12"/>
            <p:cNvSpPr/>
            <p:nvPr/>
          </p:nvSpPr>
          <p:spPr>
            <a:xfrm>
              <a:off x="2364970" y="1702486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60" name="Google Shape;560;p12"/>
            <p:cNvSpPr/>
            <p:nvPr/>
          </p:nvSpPr>
          <p:spPr>
            <a:xfrm>
              <a:off x="2747230" y="1702486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61" name="Google Shape;561;p12"/>
            <p:cNvSpPr/>
            <p:nvPr/>
          </p:nvSpPr>
          <p:spPr>
            <a:xfrm>
              <a:off x="3129491" y="1702486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62" name="Google Shape;562;p12"/>
            <p:cNvSpPr/>
            <p:nvPr/>
          </p:nvSpPr>
          <p:spPr>
            <a:xfrm>
              <a:off x="2364970" y="2083424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63" name="Google Shape;563;p12"/>
            <p:cNvSpPr/>
            <p:nvPr/>
          </p:nvSpPr>
          <p:spPr>
            <a:xfrm>
              <a:off x="2747230" y="2083424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64" name="Google Shape;564;p12"/>
            <p:cNvSpPr/>
            <p:nvPr/>
          </p:nvSpPr>
          <p:spPr>
            <a:xfrm>
              <a:off x="3129491" y="2083424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65" name="Google Shape;565;p12"/>
            <p:cNvSpPr/>
            <p:nvPr/>
          </p:nvSpPr>
          <p:spPr>
            <a:xfrm>
              <a:off x="2364970" y="2464361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66" name="Google Shape;566;p12"/>
            <p:cNvSpPr/>
            <p:nvPr/>
          </p:nvSpPr>
          <p:spPr>
            <a:xfrm>
              <a:off x="2747230" y="2464361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67" name="Google Shape;567;p12"/>
            <p:cNvSpPr/>
            <p:nvPr/>
          </p:nvSpPr>
          <p:spPr>
            <a:xfrm>
              <a:off x="3129491" y="2464361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68" name="Google Shape;568;p12"/>
            <p:cNvSpPr/>
            <p:nvPr/>
          </p:nvSpPr>
          <p:spPr>
            <a:xfrm>
              <a:off x="2406064" y="1737987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69" name="Google Shape;569;p12"/>
            <p:cNvSpPr/>
            <p:nvPr/>
          </p:nvSpPr>
          <p:spPr>
            <a:xfrm>
              <a:off x="2788324" y="1737987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70" name="Google Shape;570;p12"/>
            <p:cNvSpPr/>
            <p:nvPr/>
          </p:nvSpPr>
          <p:spPr>
            <a:xfrm>
              <a:off x="3170584" y="1737987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71" name="Google Shape;571;p12"/>
            <p:cNvSpPr/>
            <p:nvPr/>
          </p:nvSpPr>
          <p:spPr>
            <a:xfrm>
              <a:off x="2406064" y="2118925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72" name="Google Shape;572;p12"/>
            <p:cNvSpPr/>
            <p:nvPr/>
          </p:nvSpPr>
          <p:spPr>
            <a:xfrm>
              <a:off x="2788324" y="2118925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73" name="Google Shape;573;p12"/>
            <p:cNvSpPr/>
            <p:nvPr/>
          </p:nvSpPr>
          <p:spPr>
            <a:xfrm>
              <a:off x="3170584" y="2118925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74" name="Google Shape;574;p12"/>
            <p:cNvSpPr/>
            <p:nvPr/>
          </p:nvSpPr>
          <p:spPr>
            <a:xfrm>
              <a:off x="2406064" y="2499862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75" name="Google Shape;575;p12"/>
            <p:cNvSpPr/>
            <p:nvPr/>
          </p:nvSpPr>
          <p:spPr>
            <a:xfrm>
              <a:off x="2788324" y="2499862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76" name="Google Shape;576;p12"/>
            <p:cNvSpPr/>
            <p:nvPr/>
          </p:nvSpPr>
          <p:spPr>
            <a:xfrm>
              <a:off x="3170584" y="2499862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77" name="Google Shape;577;p12"/>
            <p:cNvSpPr/>
            <p:nvPr/>
          </p:nvSpPr>
          <p:spPr>
            <a:xfrm>
              <a:off x="3943790" y="1702486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78" name="Google Shape;578;p12"/>
            <p:cNvSpPr/>
            <p:nvPr/>
          </p:nvSpPr>
          <p:spPr>
            <a:xfrm>
              <a:off x="4326050" y="1702486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79" name="Google Shape;579;p12"/>
            <p:cNvSpPr/>
            <p:nvPr/>
          </p:nvSpPr>
          <p:spPr>
            <a:xfrm>
              <a:off x="4708311" y="1702486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80" name="Google Shape;580;p12"/>
            <p:cNvSpPr/>
            <p:nvPr/>
          </p:nvSpPr>
          <p:spPr>
            <a:xfrm>
              <a:off x="3943790" y="2083424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81" name="Google Shape;581;p12"/>
            <p:cNvSpPr/>
            <p:nvPr/>
          </p:nvSpPr>
          <p:spPr>
            <a:xfrm>
              <a:off x="4326050" y="2083424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82" name="Google Shape;582;p12"/>
            <p:cNvSpPr/>
            <p:nvPr/>
          </p:nvSpPr>
          <p:spPr>
            <a:xfrm>
              <a:off x="4708311" y="2083424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83" name="Google Shape;583;p12"/>
            <p:cNvSpPr/>
            <p:nvPr/>
          </p:nvSpPr>
          <p:spPr>
            <a:xfrm>
              <a:off x="3943790" y="2464361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84" name="Google Shape;584;p12"/>
            <p:cNvSpPr/>
            <p:nvPr/>
          </p:nvSpPr>
          <p:spPr>
            <a:xfrm>
              <a:off x="4326050" y="2464361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85" name="Google Shape;585;p12"/>
            <p:cNvSpPr/>
            <p:nvPr/>
          </p:nvSpPr>
          <p:spPr>
            <a:xfrm>
              <a:off x="4708311" y="2464361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86" name="Google Shape;586;p12"/>
            <p:cNvSpPr/>
            <p:nvPr/>
          </p:nvSpPr>
          <p:spPr>
            <a:xfrm>
              <a:off x="3984884" y="1737987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87" name="Google Shape;587;p12"/>
            <p:cNvSpPr/>
            <p:nvPr/>
          </p:nvSpPr>
          <p:spPr>
            <a:xfrm>
              <a:off x="4367144" y="1737987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88" name="Google Shape;588;p12"/>
            <p:cNvSpPr/>
            <p:nvPr/>
          </p:nvSpPr>
          <p:spPr>
            <a:xfrm>
              <a:off x="4749404" y="1737987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89" name="Google Shape;589;p12"/>
            <p:cNvSpPr/>
            <p:nvPr/>
          </p:nvSpPr>
          <p:spPr>
            <a:xfrm>
              <a:off x="3984884" y="2118925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90" name="Google Shape;590;p12"/>
            <p:cNvSpPr/>
            <p:nvPr/>
          </p:nvSpPr>
          <p:spPr>
            <a:xfrm>
              <a:off x="4367144" y="2118925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91" name="Google Shape;591;p12"/>
            <p:cNvSpPr/>
            <p:nvPr/>
          </p:nvSpPr>
          <p:spPr>
            <a:xfrm>
              <a:off x="4749404" y="2118925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92" name="Google Shape;592;p12"/>
            <p:cNvSpPr/>
            <p:nvPr/>
          </p:nvSpPr>
          <p:spPr>
            <a:xfrm>
              <a:off x="3984884" y="2499862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93" name="Google Shape;593;p12"/>
            <p:cNvSpPr/>
            <p:nvPr/>
          </p:nvSpPr>
          <p:spPr>
            <a:xfrm>
              <a:off x="4367144" y="2499862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94" name="Google Shape;594;p12"/>
            <p:cNvSpPr/>
            <p:nvPr/>
          </p:nvSpPr>
          <p:spPr>
            <a:xfrm>
              <a:off x="4749404" y="2499862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95" name="Google Shape;595;p12"/>
            <p:cNvSpPr/>
            <p:nvPr/>
          </p:nvSpPr>
          <p:spPr>
            <a:xfrm>
              <a:off x="5522610" y="1702486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96" name="Google Shape;596;p12"/>
            <p:cNvSpPr/>
            <p:nvPr/>
          </p:nvSpPr>
          <p:spPr>
            <a:xfrm>
              <a:off x="5904870" y="1702486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97" name="Google Shape;597;p12"/>
            <p:cNvSpPr/>
            <p:nvPr/>
          </p:nvSpPr>
          <p:spPr>
            <a:xfrm>
              <a:off x="6287131" y="1702486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98" name="Google Shape;598;p12"/>
            <p:cNvSpPr/>
            <p:nvPr/>
          </p:nvSpPr>
          <p:spPr>
            <a:xfrm>
              <a:off x="5522610" y="2083424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99" name="Google Shape;599;p12"/>
            <p:cNvSpPr/>
            <p:nvPr/>
          </p:nvSpPr>
          <p:spPr>
            <a:xfrm>
              <a:off x="5904870" y="2083424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00" name="Google Shape;600;p12"/>
            <p:cNvSpPr/>
            <p:nvPr/>
          </p:nvSpPr>
          <p:spPr>
            <a:xfrm>
              <a:off x="6287131" y="2083424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01" name="Google Shape;601;p12"/>
            <p:cNvSpPr/>
            <p:nvPr/>
          </p:nvSpPr>
          <p:spPr>
            <a:xfrm>
              <a:off x="5522610" y="2464361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02" name="Google Shape;602;p12"/>
            <p:cNvSpPr/>
            <p:nvPr/>
          </p:nvSpPr>
          <p:spPr>
            <a:xfrm>
              <a:off x="5904870" y="2464361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03" name="Google Shape;603;p12"/>
            <p:cNvSpPr/>
            <p:nvPr/>
          </p:nvSpPr>
          <p:spPr>
            <a:xfrm>
              <a:off x="6287131" y="2464361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04" name="Google Shape;604;p12"/>
            <p:cNvSpPr/>
            <p:nvPr/>
          </p:nvSpPr>
          <p:spPr>
            <a:xfrm>
              <a:off x="5563704" y="1737987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05" name="Google Shape;605;p12"/>
            <p:cNvSpPr/>
            <p:nvPr/>
          </p:nvSpPr>
          <p:spPr>
            <a:xfrm>
              <a:off x="5945964" y="1737987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06" name="Google Shape;606;p12"/>
            <p:cNvSpPr/>
            <p:nvPr/>
          </p:nvSpPr>
          <p:spPr>
            <a:xfrm>
              <a:off x="6328224" y="1737987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07" name="Google Shape;607;p12"/>
            <p:cNvSpPr/>
            <p:nvPr/>
          </p:nvSpPr>
          <p:spPr>
            <a:xfrm>
              <a:off x="5563704" y="2118925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08" name="Google Shape;608;p12"/>
            <p:cNvSpPr/>
            <p:nvPr/>
          </p:nvSpPr>
          <p:spPr>
            <a:xfrm>
              <a:off x="5945964" y="2118925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09" name="Google Shape;609;p12"/>
            <p:cNvSpPr/>
            <p:nvPr/>
          </p:nvSpPr>
          <p:spPr>
            <a:xfrm>
              <a:off x="6328224" y="2118925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10" name="Google Shape;610;p12"/>
            <p:cNvSpPr/>
            <p:nvPr/>
          </p:nvSpPr>
          <p:spPr>
            <a:xfrm>
              <a:off x="5563704" y="2499862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11" name="Google Shape;611;p12"/>
            <p:cNvSpPr/>
            <p:nvPr/>
          </p:nvSpPr>
          <p:spPr>
            <a:xfrm>
              <a:off x="5945964" y="2499862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12" name="Google Shape;612;p12"/>
            <p:cNvSpPr/>
            <p:nvPr/>
          </p:nvSpPr>
          <p:spPr>
            <a:xfrm>
              <a:off x="6328224" y="2499862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13" name="Google Shape;613;p12"/>
            <p:cNvSpPr/>
            <p:nvPr/>
          </p:nvSpPr>
          <p:spPr>
            <a:xfrm>
              <a:off x="7101430" y="1702486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14" name="Google Shape;614;p12"/>
            <p:cNvSpPr/>
            <p:nvPr/>
          </p:nvSpPr>
          <p:spPr>
            <a:xfrm>
              <a:off x="7483690" y="1702486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15" name="Google Shape;615;p12"/>
            <p:cNvSpPr/>
            <p:nvPr/>
          </p:nvSpPr>
          <p:spPr>
            <a:xfrm>
              <a:off x="7865951" y="1702486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16" name="Google Shape;616;p12"/>
            <p:cNvSpPr/>
            <p:nvPr/>
          </p:nvSpPr>
          <p:spPr>
            <a:xfrm>
              <a:off x="7101430" y="2083424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17" name="Google Shape;617;p12"/>
            <p:cNvSpPr/>
            <p:nvPr/>
          </p:nvSpPr>
          <p:spPr>
            <a:xfrm>
              <a:off x="7483690" y="2083424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18" name="Google Shape;618;p12"/>
            <p:cNvSpPr/>
            <p:nvPr/>
          </p:nvSpPr>
          <p:spPr>
            <a:xfrm>
              <a:off x="7865951" y="2083424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19" name="Google Shape;619;p12"/>
            <p:cNvSpPr/>
            <p:nvPr/>
          </p:nvSpPr>
          <p:spPr>
            <a:xfrm>
              <a:off x="7101430" y="2464361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20" name="Google Shape;620;p12"/>
            <p:cNvSpPr/>
            <p:nvPr/>
          </p:nvSpPr>
          <p:spPr>
            <a:xfrm>
              <a:off x="7483690" y="2464361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21" name="Google Shape;621;p12"/>
            <p:cNvSpPr/>
            <p:nvPr/>
          </p:nvSpPr>
          <p:spPr>
            <a:xfrm>
              <a:off x="7865951" y="2464361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22" name="Google Shape;622;p12"/>
            <p:cNvSpPr/>
            <p:nvPr/>
          </p:nvSpPr>
          <p:spPr>
            <a:xfrm>
              <a:off x="7142524" y="1737987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23" name="Google Shape;623;p12"/>
            <p:cNvSpPr/>
            <p:nvPr/>
          </p:nvSpPr>
          <p:spPr>
            <a:xfrm>
              <a:off x="7524784" y="1737987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24" name="Google Shape;624;p12"/>
            <p:cNvSpPr/>
            <p:nvPr/>
          </p:nvSpPr>
          <p:spPr>
            <a:xfrm>
              <a:off x="7907044" y="1737987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25" name="Google Shape;625;p12"/>
            <p:cNvSpPr/>
            <p:nvPr/>
          </p:nvSpPr>
          <p:spPr>
            <a:xfrm>
              <a:off x="7142524" y="2118925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26" name="Google Shape;626;p12"/>
            <p:cNvSpPr/>
            <p:nvPr/>
          </p:nvSpPr>
          <p:spPr>
            <a:xfrm>
              <a:off x="7524784" y="2118925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27" name="Google Shape;627;p12"/>
            <p:cNvSpPr/>
            <p:nvPr/>
          </p:nvSpPr>
          <p:spPr>
            <a:xfrm>
              <a:off x="7907044" y="2118925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28" name="Google Shape;628;p12"/>
            <p:cNvSpPr/>
            <p:nvPr/>
          </p:nvSpPr>
          <p:spPr>
            <a:xfrm>
              <a:off x="7142524" y="2499862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29" name="Google Shape;629;p12"/>
            <p:cNvSpPr/>
            <p:nvPr/>
          </p:nvSpPr>
          <p:spPr>
            <a:xfrm>
              <a:off x="7524784" y="2499862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30" name="Google Shape;630;p12"/>
            <p:cNvSpPr/>
            <p:nvPr/>
          </p:nvSpPr>
          <p:spPr>
            <a:xfrm>
              <a:off x="7907044" y="2499862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31" name="Google Shape;631;p12"/>
            <p:cNvSpPr/>
            <p:nvPr/>
          </p:nvSpPr>
          <p:spPr>
            <a:xfrm>
              <a:off x="8680250" y="1702486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32" name="Google Shape;632;p12"/>
            <p:cNvSpPr/>
            <p:nvPr/>
          </p:nvSpPr>
          <p:spPr>
            <a:xfrm>
              <a:off x="9062510" y="1702486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33" name="Google Shape;633;p12"/>
            <p:cNvSpPr/>
            <p:nvPr/>
          </p:nvSpPr>
          <p:spPr>
            <a:xfrm>
              <a:off x="9444771" y="1702486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34" name="Google Shape;634;p12"/>
            <p:cNvSpPr/>
            <p:nvPr/>
          </p:nvSpPr>
          <p:spPr>
            <a:xfrm>
              <a:off x="8680250" y="2083424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35" name="Google Shape;635;p12"/>
            <p:cNvSpPr/>
            <p:nvPr/>
          </p:nvSpPr>
          <p:spPr>
            <a:xfrm>
              <a:off x="9062510" y="2083424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36" name="Google Shape;636;p12"/>
            <p:cNvSpPr/>
            <p:nvPr/>
          </p:nvSpPr>
          <p:spPr>
            <a:xfrm>
              <a:off x="9444771" y="2083424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37" name="Google Shape;637;p12"/>
            <p:cNvSpPr/>
            <p:nvPr/>
          </p:nvSpPr>
          <p:spPr>
            <a:xfrm>
              <a:off x="8680250" y="2464361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38" name="Google Shape;638;p12"/>
            <p:cNvSpPr/>
            <p:nvPr/>
          </p:nvSpPr>
          <p:spPr>
            <a:xfrm>
              <a:off x="9062510" y="2464361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39" name="Google Shape;639;p12"/>
            <p:cNvSpPr/>
            <p:nvPr/>
          </p:nvSpPr>
          <p:spPr>
            <a:xfrm>
              <a:off x="9444771" y="2464361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40" name="Google Shape;640;p12"/>
            <p:cNvSpPr/>
            <p:nvPr/>
          </p:nvSpPr>
          <p:spPr>
            <a:xfrm>
              <a:off x="8721344" y="1737987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41" name="Google Shape;641;p12"/>
            <p:cNvSpPr/>
            <p:nvPr/>
          </p:nvSpPr>
          <p:spPr>
            <a:xfrm>
              <a:off x="9103604" y="1737987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42" name="Google Shape;642;p12"/>
            <p:cNvSpPr/>
            <p:nvPr/>
          </p:nvSpPr>
          <p:spPr>
            <a:xfrm>
              <a:off x="9485864" y="1737987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43" name="Google Shape;643;p12"/>
            <p:cNvSpPr/>
            <p:nvPr/>
          </p:nvSpPr>
          <p:spPr>
            <a:xfrm>
              <a:off x="8721344" y="2118925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44" name="Google Shape;644;p12"/>
            <p:cNvSpPr/>
            <p:nvPr/>
          </p:nvSpPr>
          <p:spPr>
            <a:xfrm>
              <a:off x="9103604" y="2118925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45" name="Google Shape;645;p12"/>
            <p:cNvSpPr/>
            <p:nvPr/>
          </p:nvSpPr>
          <p:spPr>
            <a:xfrm>
              <a:off x="9485864" y="2118925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46" name="Google Shape;646;p12"/>
            <p:cNvSpPr/>
            <p:nvPr/>
          </p:nvSpPr>
          <p:spPr>
            <a:xfrm>
              <a:off x="8721344" y="2499862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47" name="Google Shape;647;p12"/>
            <p:cNvSpPr/>
            <p:nvPr/>
          </p:nvSpPr>
          <p:spPr>
            <a:xfrm>
              <a:off x="9103604" y="2499862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48" name="Google Shape;648;p12"/>
            <p:cNvSpPr/>
            <p:nvPr/>
          </p:nvSpPr>
          <p:spPr>
            <a:xfrm>
              <a:off x="9485864" y="2499862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49" name="Google Shape;649;p12"/>
            <p:cNvSpPr/>
            <p:nvPr/>
          </p:nvSpPr>
          <p:spPr>
            <a:xfrm>
              <a:off x="10259070" y="1702486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50" name="Google Shape;650;p12"/>
            <p:cNvSpPr/>
            <p:nvPr/>
          </p:nvSpPr>
          <p:spPr>
            <a:xfrm>
              <a:off x="10641330" y="1702486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51" name="Google Shape;651;p12"/>
            <p:cNvSpPr/>
            <p:nvPr/>
          </p:nvSpPr>
          <p:spPr>
            <a:xfrm>
              <a:off x="11023591" y="1702486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52" name="Google Shape;652;p12"/>
            <p:cNvSpPr/>
            <p:nvPr/>
          </p:nvSpPr>
          <p:spPr>
            <a:xfrm>
              <a:off x="10259070" y="2083424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53" name="Google Shape;653;p12"/>
            <p:cNvSpPr/>
            <p:nvPr/>
          </p:nvSpPr>
          <p:spPr>
            <a:xfrm>
              <a:off x="10641330" y="2083424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54" name="Google Shape;654;p12"/>
            <p:cNvSpPr/>
            <p:nvPr/>
          </p:nvSpPr>
          <p:spPr>
            <a:xfrm>
              <a:off x="11023591" y="2083424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55" name="Google Shape;655;p12"/>
            <p:cNvSpPr/>
            <p:nvPr/>
          </p:nvSpPr>
          <p:spPr>
            <a:xfrm>
              <a:off x="10259070" y="2464361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56" name="Google Shape;656;p12"/>
            <p:cNvSpPr/>
            <p:nvPr/>
          </p:nvSpPr>
          <p:spPr>
            <a:xfrm>
              <a:off x="10641330" y="2464361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57" name="Google Shape;657;p12"/>
            <p:cNvSpPr/>
            <p:nvPr/>
          </p:nvSpPr>
          <p:spPr>
            <a:xfrm>
              <a:off x="11023591" y="2464361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58" name="Google Shape;658;p12"/>
            <p:cNvSpPr/>
            <p:nvPr/>
          </p:nvSpPr>
          <p:spPr>
            <a:xfrm>
              <a:off x="10300164" y="1737987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59" name="Google Shape;659;p12"/>
            <p:cNvSpPr/>
            <p:nvPr/>
          </p:nvSpPr>
          <p:spPr>
            <a:xfrm>
              <a:off x="10682424" y="1737987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60" name="Google Shape;660;p12"/>
            <p:cNvSpPr/>
            <p:nvPr/>
          </p:nvSpPr>
          <p:spPr>
            <a:xfrm>
              <a:off x="11064684" y="1737987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61" name="Google Shape;661;p12"/>
            <p:cNvSpPr/>
            <p:nvPr/>
          </p:nvSpPr>
          <p:spPr>
            <a:xfrm>
              <a:off x="10300164" y="2118925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62" name="Google Shape;662;p12"/>
            <p:cNvSpPr/>
            <p:nvPr/>
          </p:nvSpPr>
          <p:spPr>
            <a:xfrm>
              <a:off x="10682424" y="2118925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63" name="Google Shape;663;p12"/>
            <p:cNvSpPr/>
            <p:nvPr/>
          </p:nvSpPr>
          <p:spPr>
            <a:xfrm>
              <a:off x="11064684" y="2118925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64" name="Google Shape;664;p12"/>
            <p:cNvSpPr/>
            <p:nvPr/>
          </p:nvSpPr>
          <p:spPr>
            <a:xfrm>
              <a:off x="10300164" y="2499862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65" name="Google Shape;665;p12"/>
            <p:cNvSpPr/>
            <p:nvPr/>
          </p:nvSpPr>
          <p:spPr>
            <a:xfrm>
              <a:off x="10682424" y="2499862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66" name="Google Shape;666;p12"/>
            <p:cNvSpPr/>
            <p:nvPr/>
          </p:nvSpPr>
          <p:spPr>
            <a:xfrm>
              <a:off x="11064684" y="2499862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67" name="Google Shape;667;p12"/>
          <p:cNvGrpSpPr/>
          <p:nvPr/>
        </p:nvGrpSpPr>
        <p:grpSpPr>
          <a:xfrm>
            <a:off x="786150" y="4813415"/>
            <a:ext cx="10619701" cy="1142812"/>
            <a:chOff x="786150" y="3109430"/>
            <a:chExt cx="10619701" cy="1142812"/>
          </a:xfrm>
        </p:grpSpPr>
        <p:sp>
          <p:nvSpPr>
            <p:cNvPr id="668" name="Google Shape;668;p12"/>
            <p:cNvSpPr/>
            <p:nvPr/>
          </p:nvSpPr>
          <p:spPr>
            <a:xfrm>
              <a:off x="786150" y="3109430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69" name="Google Shape;669;p12"/>
            <p:cNvSpPr/>
            <p:nvPr/>
          </p:nvSpPr>
          <p:spPr>
            <a:xfrm>
              <a:off x="1168410" y="3109430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70" name="Google Shape;670;p12"/>
            <p:cNvSpPr/>
            <p:nvPr/>
          </p:nvSpPr>
          <p:spPr>
            <a:xfrm>
              <a:off x="1550671" y="3109430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71" name="Google Shape;671;p12"/>
            <p:cNvSpPr/>
            <p:nvPr/>
          </p:nvSpPr>
          <p:spPr>
            <a:xfrm>
              <a:off x="786150" y="3490368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72" name="Google Shape;672;p12"/>
            <p:cNvSpPr/>
            <p:nvPr/>
          </p:nvSpPr>
          <p:spPr>
            <a:xfrm>
              <a:off x="1168410" y="3490368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73" name="Google Shape;673;p12"/>
            <p:cNvSpPr/>
            <p:nvPr/>
          </p:nvSpPr>
          <p:spPr>
            <a:xfrm>
              <a:off x="1550671" y="3490368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74" name="Google Shape;674;p12"/>
            <p:cNvSpPr/>
            <p:nvPr/>
          </p:nvSpPr>
          <p:spPr>
            <a:xfrm>
              <a:off x="786150" y="3871305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75" name="Google Shape;675;p12"/>
            <p:cNvSpPr/>
            <p:nvPr/>
          </p:nvSpPr>
          <p:spPr>
            <a:xfrm>
              <a:off x="1168410" y="3871305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76" name="Google Shape;676;p12"/>
            <p:cNvSpPr/>
            <p:nvPr/>
          </p:nvSpPr>
          <p:spPr>
            <a:xfrm>
              <a:off x="1550671" y="3871305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77" name="Google Shape;677;p12"/>
            <p:cNvSpPr/>
            <p:nvPr/>
          </p:nvSpPr>
          <p:spPr>
            <a:xfrm>
              <a:off x="827244" y="3144931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78" name="Google Shape;678;p12"/>
            <p:cNvSpPr/>
            <p:nvPr/>
          </p:nvSpPr>
          <p:spPr>
            <a:xfrm>
              <a:off x="1209504" y="3144931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79" name="Google Shape;679;p12"/>
            <p:cNvSpPr/>
            <p:nvPr/>
          </p:nvSpPr>
          <p:spPr>
            <a:xfrm>
              <a:off x="1591764" y="3144931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80" name="Google Shape;680;p12"/>
            <p:cNvSpPr/>
            <p:nvPr/>
          </p:nvSpPr>
          <p:spPr>
            <a:xfrm>
              <a:off x="827244" y="3525869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81" name="Google Shape;681;p12"/>
            <p:cNvSpPr/>
            <p:nvPr/>
          </p:nvSpPr>
          <p:spPr>
            <a:xfrm>
              <a:off x="1209504" y="3525869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82" name="Google Shape;682;p12"/>
            <p:cNvSpPr/>
            <p:nvPr/>
          </p:nvSpPr>
          <p:spPr>
            <a:xfrm>
              <a:off x="1591764" y="3525869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83" name="Google Shape;683;p12"/>
            <p:cNvSpPr/>
            <p:nvPr/>
          </p:nvSpPr>
          <p:spPr>
            <a:xfrm>
              <a:off x="827244" y="3906806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84" name="Google Shape;684;p12"/>
            <p:cNvSpPr/>
            <p:nvPr/>
          </p:nvSpPr>
          <p:spPr>
            <a:xfrm>
              <a:off x="1209504" y="3906806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85" name="Google Shape;685;p12"/>
            <p:cNvSpPr/>
            <p:nvPr/>
          </p:nvSpPr>
          <p:spPr>
            <a:xfrm>
              <a:off x="1591764" y="3906806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86" name="Google Shape;686;p12"/>
            <p:cNvSpPr/>
            <p:nvPr/>
          </p:nvSpPr>
          <p:spPr>
            <a:xfrm>
              <a:off x="2364970" y="3109430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87" name="Google Shape;687;p12"/>
            <p:cNvSpPr/>
            <p:nvPr/>
          </p:nvSpPr>
          <p:spPr>
            <a:xfrm>
              <a:off x="2747230" y="3109430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88" name="Google Shape;688;p12"/>
            <p:cNvSpPr/>
            <p:nvPr/>
          </p:nvSpPr>
          <p:spPr>
            <a:xfrm>
              <a:off x="3129491" y="3109430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89" name="Google Shape;689;p12"/>
            <p:cNvSpPr/>
            <p:nvPr/>
          </p:nvSpPr>
          <p:spPr>
            <a:xfrm>
              <a:off x="2364970" y="3490368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90" name="Google Shape;690;p12"/>
            <p:cNvSpPr/>
            <p:nvPr/>
          </p:nvSpPr>
          <p:spPr>
            <a:xfrm>
              <a:off x="2747230" y="3490368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91" name="Google Shape;691;p12"/>
            <p:cNvSpPr/>
            <p:nvPr/>
          </p:nvSpPr>
          <p:spPr>
            <a:xfrm>
              <a:off x="3129491" y="3490368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92" name="Google Shape;692;p12"/>
            <p:cNvSpPr/>
            <p:nvPr/>
          </p:nvSpPr>
          <p:spPr>
            <a:xfrm>
              <a:off x="2364970" y="3871305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93" name="Google Shape;693;p12"/>
            <p:cNvSpPr/>
            <p:nvPr/>
          </p:nvSpPr>
          <p:spPr>
            <a:xfrm>
              <a:off x="2747230" y="3871305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94" name="Google Shape;694;p12"/>
            <p:cNvSpPr/>
            <p:nvPr/>
          </p:nvSpPr>
          <p:spPr>
            <a:xfrm>
              <a:off x="3129491" y="3871305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95" name="Google Shape;695;p12"/>
            <p:cNvSpPr/>
            <p:nvPr/>
          </p:nvSpPr>
          <p:spPr>
            <a:xfrm>
              <a:off x="2406064" y="3144931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96" name="Google Shape;696;p12"/>
            <p:cNvSpPr/>
            <p:nvPr/>
          </p:nvSpPr>
          <p:spPr>
            <a:xfrm>
              <a:off x="2788324" y="3144931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97" name="Google Shape;697;p12"/>
            <p:cNvSpPr/>
            <p:nvPr/>
          </p:nvSpPr>
          <p:spPr>
            <a:xfrm>
              <a:off x="3170584" y="3144931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98" name="Google Shape;698;p12"/>
            <p:cNvSpPr/>
            <p:nvPr/>
          </p:nvSpPr>
          <p:spPr>
            <a:xfrm>
              <a:off x="2406064" y="3525869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99" name="Google Shape;699;p12"/>
            <p:cNvSpPr/>
            <p:nvPr/>
          </p:nvSpPr>
          <p:spPr>
            <a:xfrm>
              <a:off x="2788324" y="3525869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0" name="Google Shape;700;p12"/>
            <p:cNvSpPr/>
            <p:nvPr/>
          </p:nvSpPr>
          <p:spPr>
            <a:xfrm>
              <a:off x="3170584" y="3525869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1" name="Google Shape;701;p12"/>
            <p:cNvSpPr/>
            <p:nvPr/>
          </p:nvSpPr>
          <p:spPr>
            <a:xfrm>
              <a:off x="2406064" y="3906806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2" name="Google Shape;702;p12"/>
            <p:cNvSpPr/>
            <p:nvPr/>
          </p:nvSpPr>
          <p:spPr>
            <a:xfrm>
              <a:off x="2788324" y="3906806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3" name="Google Shape;703;p12"/>
            <p:cNvSpPr/>
            <p:nvPr/>
          </p:nvSpPr>
          <p:spPr>
            <a:xfrm>
              <a:off x="3170584" y="3906806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4" name="Google Shape;704;p12"/>
            <p:cNvSpPr/>
            <p:nvPr/>
          </p:nvSpPr>
          <p:spPr>
            <a:xfrm>
              <a:off x="3943790" y="3109430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5" name="Google Shape;705;p12"/>
            <p:cNvSpPr/>
            <p:nvPr/>
          </p:nvSpPr>
          <p:spPr>
            <a:xfrm>
              <a:off x="4326050" y="3109430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6" name="Google Shape;706;p12"/>
            <p:cNvSpPr/>
            <p:nvPr/>
          </p:nvSpPr>
          <p:spPr>
            <a:xfrm>
              <a:off x="4708311" y="3109430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7" name="Google Shape;707;p12"/>
            <p:cNvSpPr/>
            <p:nvPr/>
          </p:nvSpPr>
          <p:spPr>
            <a:xfrm>
              <a:off x="3943790" y="3490368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8" name="Google Shape;708;p12"/>
            <p:cNvSpPr/>
            <p:nvPr/>
          </p:nvSpPr>
          <p:spPr>
            <a:xfrm>
              <a:off x="4326050" y="3490368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9" name="Google Shape;709;p12"/>
            <p:cNvSpPr/>
            <p:nvPr/>
          </p:nvSpPr>
          <p:spPr>
            <a:xfrm>
              <a:off x="4708311" y="3490368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0" name="Google Shape;710;p12"/>
            <p:cNvSpPr/>
            <p:nvPr/>
          </p:nvSpPr>
          <p:spPr>
            <a:xfrm>
              <a:off x="3943790" y="3871305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1" name="Google Shape;711;p12"/>
            <p:cNvSpPr/>
            <p:nvPr/>
          </p:nvSpPr>
          <p:spPr>
            <a:xfrm>
              <a:off x="4326050" y="3871305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2" name="Google Shape;712;p12"/>
            <p:cNvSpPr/>
            <p:nvPr/>
          </p:nvSpPr>
          <p:spPr>
            <a:xfrm>
              <a:off x="4708311" y="3871305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3" name="Google Shape;713;p12"/>
            <p:cNvSpPr/>
            <p:nvPr/>
          </p:nvSpPr>
          <p:spPr>
            <a:xfrm>
              <a:off x="3984884" y="3144931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4" name="Google Shape;714;p12"/>
            <p:cNvSpPr/>
            <p:nvPr/>
          </p:nvSpPr>
          <p:spPr>
            <a:xfrm>
              <a:off x="4367144" y="3144931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5" name="Google Shape;715;p12"/>
            <p:cNvSpPr/>
            <p:nvPr/>
          </p:nvSpPr>
          <p:spPr>
            <a:xfrm>
              <a:off x="4749404" y="3144931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6" name="Google Shape;716;p12"/>
            <p:cNvSpPr/>
            <p:nvPr/>
          </p:nvSpPr>
          <p:spPr>
            <a:xfrm>
              <a:off x="3984884" y="3525869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7" name="Google Shape;717;p12"/>
            <p:cNvSpPr/>
            <p:nvPr/>
          </p:nvSpPr>
          <p:spPr>
            <a:xfrm>
              <a:off x="4367144" y="3525869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8" name="Google Shape;718;p12"/>
            <p:cNvSpPr/>
            <p:nvPr/>
          </p:nvSpPr>
          <p:spPr>
            <a:xfrm>
              <a:off x="4749404" y="3525869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9" name="Google Shape;719;p12"/>
            <p:cNvSpPr/>
            <p:nvPr/>
          </p:nvSpPr>
          <p:spPr>
            <a:xfrm>
              <a:off x="3984884" y="3906806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20" name="Google Shape;720;p12"/>
            <p:cNvSpPr/>
            <p:nvPr/>
          </p:nvSpPr>
          <p:spPr>
            <a:xfrm>
              <a:off x="4367144" y="3906806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21" name="Google Shape;721;p12"/>
            <p:cNvSpPr/>
            <p:nvPr/>
          </p:nvSpPr>
          <p:spPr>
            <a:xfrm>
              <a:off x="4749404" y="3906806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22" name="Google Shape;722;p12"/>
            <p:cNvSpPr/>
            <p:nvPr/>
          </p:nvSpPr>
          <p:spPr>
            <a:xfrm>
              <a:off x="5522610" y="3109430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23" name="Google Shape;723;p12"/>
            <p:cNvSpPr/>
            <p:nvPr/>
          </p:nvSpPr>
          <p:spPr>
            <a:xfrm>
              <a:off x="5904870" y="3109430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24" name="Google Shape;724;p12"/>
            <p:cNvSpPr/>
            <p:nvPr/>
          </p:nvSpPr>
          <p:spPr>
            <a:xfrm>
              <a:off x="6287131" y="3109430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25" name="Google Shape;725;p12"/>
            <p:cNvSpPr/>
            <p:nvPr/>
          </p:nvSpPr>
          <p:spPr>
            <a:xfrm>
              <a:off x="5522610" y="3490368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26" name="Google Shape;726;p12"/>
            <p:cNvSpPr/>
            <p:nvPr/>
          </p:nvSpPr>
          <p:spPr>
            <a:xfrm>
              <a:off x="5904870" y="3490368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27" name="Google Shape;727;p12"/>
            <p:cNvSpPr/>
            <p:nvPr/>
          </p:nvSpPr>
          <p:spPr>
            <a:xfrm>
              <a:off x="6287131" y="3490368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28" name="Google Shape;728;p12"/>
            <p:cNvSpPr/>
            <p:nvPr/>
          </p:nvSpPr>
          <p:spPr>
            <a:xfrm>
              <a:off x="5522610" y="3871305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29" name="Google Shape;729;p12"/>
            <p:cNvSpPr/>
            <p:nvPr/>
          </p:nvSpPr>
          <p:spPr>
            <a:xfrm>
              <a:off x="5904870" y="3871305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30" name="Google Shape;730;p12"/>
            <p:cNvSpPr/>
            <p:nvPr/>
          </p:nvSpPr>
          <p:spPr>
            <a:xfrm>
              <a:off x="6287131" y="3871305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31" name="Google Shape;731;p12"/>
            <p:cNvSpPr/>
            <p:nvPr/>
          </p:nvSpPr>
          <p:spPr>
            <a:xfrm>
              <a:off x="5563704" y="3144931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32" name="Google Shape;732;p12"/>
            <p:cNvSpPr/>
            <p:nvPr/>
          </p:nvSpPr>
          <p:spPr>
            <a:xfrm>
              <a:off x="5945964" y="3144931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33" name="Google Shape;733;p12"/>
            <p:cNvSpPr/>
            <p:nvPr/>
          </p:nvSpPr>
          <p:spPr>
            <a:xfrm>
              <a:off x="6328224" y="3144931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34" name="Google Shape;734;p12"/>
            <p:cNvSpPr/>
            <p:nvPr/>
          </p:nvSpPr>
          <p:spPr>
            <a:xfrm>
              <a:off x="5563704" y="3525869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35" name="Google Shape;735;p12"/>
            <p:cNvSpPr/>
            <p:nvPr/>
          </p:nvSpPr>
          <p:spPr>
            <a:xfrm>
              <a:off x="5945964" y="3525869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36" name="Google Shape;736;p12"/>
            <p:cNvSpPr/>
            <p:nvPr/>
          </p:nvSpPr>
          <p:spPr>
            <a:xfrm>
              <a:off x="6328224" y="3525869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37" name="Google Shape;737;p12"/>
            <p:cNvSpPr/>
            <p:nvPr/>
          </p:nvSpPr>
          <p:spPr>
            <a:xfrm>
              <a:off x="5563704" y="3906806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38" name="Google Shape;738;p12"/>
            <p:cNvSpPr/>
            <p:nvPr/>
          </p:nvSpPr>
          <p:spPr>
            <a:xfrm>
              <a:off x="5945964" y="3906806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39" name="Google Shape;739;p12"/>
            <p:cNvSpPr/>
            <p:nvPr/>
          </p:nvSpPr>
          <p:spPr>
            <a:xfrm>
              <a:off x="6328224" y="3906806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40" name="Google Shape;740;p12"/>
            <p:cNvSpPr/>
            <p:nvPr/>
          </p:nvSpPr>
          <p:spPr>
            <a:xfrm>
              <a:off x="7101430" y="3109430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41" name="Google Shape;741;p12"/>
            <p:cNvSpPr/>
            <p:nvPr/>
          </p:nvSpPr>
          <p:spPr>
            <a:xfrm>
              <a:off x="7483690" y="3109430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42" name="Google Shape;742;p12"/>
            <p:cNvSpPr/>
            <p:nvPr/>
          </p:nvSpPr>
          <p:spPr>
            <a:xfrm>
              <a:off x="7865951" y="3109430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43" name="Google Shape;743;p12"/>
            <p:cNvSpPr/>
            <p:nvPr/>
          </p:nvSpPr>
          <p:spPr>
            <a:xfrm>
              <a:off x="7101430" y="3490368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44" name="Google Shape;744;p12"/>
            <p:cNvSpPr/>
            <p:nvPr/>
          </p:nvSpPr>
          <p:spPr>
            <a:xfrm>
              <a:off x="7483690" y="3490368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45" name="Google Shape;745;p12"/>
            <p:cNvSpPr/>
            <p:nvPr/>
          </p:nvSpPr>
          <p:spPr>
            <a:xfrm>
              <a:off x="7865951" y="3490368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46" name="Google Shape;746;p12"/>
            <p:cNvSpPr/>
            <p:nvPr/>
          </p:nvSpPr>
          <p:spPr>
            <a:xfrm>
              <a:off x="7101430" y="3871305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47" name="Google Shape;747;p12"/>
            <p:cNvSpPr/>
            <p:nvPr/>
          </p:nvSpPr>
          <p:spPr>
            <a:xfrm>
              <a:off x="7483690" y="3871305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48" name="Google Shape;748;p12"/>
            <p:cNvSpPr/>
            <p:nvPr/>
          </p:nvSpPr>
          <p:spPr>
            <a:xfrm>
              <a:off x="7865951" y="3871305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49" name="Google Shape;749;p12"/>
            <p:cNvSpPr/>
            <p:nvPr/>
          </p:nvSpPr>
          <p:spPr>
            <a:xfrm>
              <a:off x="7142524" y="3144931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50" name="Google Shape;750;p12"/>
            <p:cNvSpPr/>
            <p:nvPr/>
          </p:nvSpPr>
          <p:spPr>
            <a:xfrm>
              <a:off x="7524784" y="3144931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51" name="Google Shape;751;p12"/>
            <p:cNvSpPr/>
            <p:nvPr/>
          </p:nvSpPr>
          <p:spPr>
            <a:xfrm>
              <a:off x="7907044" y="3144931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52" name="Google Shape;752;p12"/>
            <p:cNvSpPr/>
            <p:nvPr/>
          </p:nvSpPr>
          <p:spPr>
            <a:xfrm>
              <a:off x="7142524" y="3525869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53" name="Google Shape;753;p12"/>
            <p:cNvSpPr/>
            <p:nvPr/>
          </p:nvSpPr>
          <p:spPr>
            <a:xfrm>
              <a:off x="7524784" y="3525869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54" name="Google Shape;754;p12"/>
            <p:cNvSpPr/>
            <p:nvPr/>
          </p:nvSpPr>
          <p:spPr>
            <a:xfrm>
              <a:off x="7907044" y="3525869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55" name="Google Shape;755;p12"/>
            <p:cNvSpPr/>
            <p:nvPr/>
          </p:nvSpPr>
          <p:spPr>
            <a:xfrm>
              <a:off x="7142524" y="3906806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56" name="Google Shape;756;p12"/>
            <p:cNvSpPr/>
            <p:nvPr/>
          </p:nvSpPr>
          <p:spPr>
            <a:xfrm>
              <a:off x="7524784" y="3906806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57" name="Google Shape;757;p12"/>
            <p:cNvSpPr/>
            <p:nvPr/>
          </p:nvSpPr>
          <p:spPr>
            <a:xfrm>
              <a:off x="7907044" y="3906806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58" name="Google Shape;758;p12"/>
            <p:cNvSpPr/>
            <p:nvPr/>
          </p:nvSpPr>
          <p:spPr>
            <a:xfrm>
              <a:off x="8680250" y="3109430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59" name="Google Shape;759;p12"/>
            <p:cNvSpPr/>
            <p:nvPr/>
          </p:nvSpPr>
          <p:spPr>
            <a:xfrm>
              <a:off x="9062510" y="3109430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60" name="Google Shape;760;p12"/>
            <p:cNvSpPr/>
            <p:nvPr/>
          </p:nvSpPr>
          <p:spPr>
            <a:xfrm>
              <a:off x="9444771" y="3109430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61" name="Google Shape;761;p12"/>
            <p:cNvSpPr/>
            <p:nvPr/>
          </p:nvSpPr>
          <p:spPr>
            <a:xfrm>
              <a:off x="8680250" y="3490368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62" name="Google Shape;762;p12"/>
            <p:cNvSpPr/>
            <p:nvPr/>
          </p:nvSpPr>
          <p:spPr>
            <a:xfrm>
              <a:off x="9062510" y="3490368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63" name="Google Shape;763;p12"/>
            <p:cNvSpPr/>
            <p:nvPr/>
          </p:nvSpPr>
          <p:spPr>
            <a:xfrm>
              <a:off x="9444771" y="3490368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64" name="Google Shape;764;p12"/>
            <p:cNvSpPr/>
            <p:nvPr/>
          </p:nvSpPr>
          <p:spPr>
            <a:xfrm>
              <a:off x="8680250" y="3871305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65" name="Google Shape;765;p12"/>
            <p:cNvSpPr/>
            <p:nvPr/>
          </p:nvSpPr>
          <p:spPr>
            <a:xfrm>
              <a:off x="9062510" y="3871305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66" name="Google Shape;766;p12"/>
            <p:cNvSpPr/>
            <p:nvPr/>
          </p:nvSpPr>
          <p:spPr>
            <a:xfrm>
              <a:off x="9444771" y="3871305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67" name="Google Shape;767;p12"/>
            <p:cNvSpPr/>
            <p:nvPr/>
          </p:nvSpPr>
          <p:spPr>
            <a:xfrm>
              <a:off x="8721344" y="3144931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68" name="Google Shape;768;p12"/>
            <p:cNvSpPr/>
            <p:nvPr/>
          </p:nvSpPr>
          <p:spPr>
            <a:xfrm>
              <a:off x="9103604" y="3144931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69" name="Google Shape;769;p12"/>
            <p:cNvSpPr/>
            <p:nvPr/>
          </p:nvSpPr>
          <p:spPr>
            <a:xfrm>
              <a:off x="9485864" y="3144931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70" name="Google Shape;770;p12"/>
            <p:cNvSpPr/>
            <p:nvPr/>
          </p:nvSpPr>
          <p:spPr>
            <a:xfrm>
              <a:off x="8721344" y="3525869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71" name="Google Shape;771;p12"/>
            <p:cNvSpPr/>
            <p:nvPr/>
          </p:nvSpPr>
          <p:spPr>
            <a:xfrm>
              <a:off x="9103604" y="3525869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72" name="Google Shape;772;p12"/>
            <p:cNvSpPr/>
            <p:nvPr/>
          </p:nvSpPr>
          <p:spPr>
            <a:xfrm>
              <a:off x="9485864" y="3525869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73" name="Google Shape;773;p12"/>
            <p:cNvSpPr/>
            <p:nvPr/>
          </p:nvSpPr>
          <p:spPr>
            <a:xfrm>
              <a:off x="8721344" y="3906806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74" name="Google Shape;774;p12"/>
            <p:cNvSpPr/>
            <p:nvPr/>
          </p:nvSpPr>
          <p:spPr>
            <a:xfrm>
              <a:off x="9103604" y="3906806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75" name="Google Shape;775;p12"/>
            <p:cNvSpPr/>
            <p:nvPr/>
          </p:nvSpPr>
          <p:spPr>
            <a:xfrm>
              <a:off x="9485864" y="3906806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76" name="Google Shape;776;p12"/>
            <p:cNvSpPr/>
            <p:nvPr/>
          </p:nvSpPr>
          <p:spPr>
            <a:xfrm>
              <a:off x="10259070" y="3109430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77" name="Google Shape;777;p12"/>
            <p:cNvSpPr/>
            <p:nvPr/>
          </p:nvSpPr>
          <p:spPr>
            <a:xfrm>
              <a:off x="10641330" y="3109430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78" name="Google Shape;778;p12"/>
            <p:cNvSpPr/>
            <p:nvPr/>
          </p:nvSpPr>
          <p:spPr>
            <a:xfrm>
              <a:off x="11023591" y="3109430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79" name="Google Shape;779;p12"/>
            <p:cNvSpPr/>
            <p:nvPr/>
          </p:nvSpPr>
          <p:spPr>
            <a:xfrm>
              <a:off x="10259070" y="3490368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80" name="Google Shape;780;p12"/>
            <p:cNvSpPr/>
            <p:nvPr/>
          </p:nvSpPr>
          <p:spPr>
            <a:xfrm>
              <a:off x="10641330" y="3490368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81" name="Google Shape;781;p12"/>
            <p:cNvSpPr/>
            <p:nvPr/>
          </p:nvSpPr>
          <p:spPr>
            <a:xfrm>
              <a:off x="11023591" y="3490368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82" name="Google Shape;782;p12"/>
            <p:cNvSpPr/>
            <p:nvPr/>
          </p:nvSpPr>
          <p:spPr>
            <a:xfrm>
              <a:off x="10259070" y="3871305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83" name="Google Shape;783;p12"/>
            <p:cNvSpPr/>
            <p:nvPr/>
          </p:nvSpPr>
          <p:spPr>
            <a:xfrm>
              <a:off x="10641330" y="3871305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84" name="Google Shape;784;p12"/>
            <p:cNvSpPr/>
            <p:nvPr/>
          </p:nvSpPr>
          <p:spPr>
            <a:xfrm>
              <a:off x="11023591" y="3871305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85" name="Google Shape;785;p12"/>
            <p:cNvSpPr/>
            <p:nvPr/>
          </p:nvSpPr>
          <p:spPr>
            <a:xfrm>
              <a:off x="10300164" y="3144931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86" name="Google Shape;786;p12"/>
            <p:cNvSpPr/>
            <p:nvPr/>
          </p:nvSpPr>
          <p:spPr>
            <a:xfrm>
              <a:off x="10682424" y="3144931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87" name="Google Shape;787;p12"/>
            <p:cNvSpPr/>
            <p:nvPr/>
          </p:nvSpPr>
          <p:spPr>
            <a:xfrm>
              <a:off x="11064684" y="3144931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88" name="Google Shape;788;p12"/>
            <p:cNvSpPr/>
            <p:nvPr/>
          </p:nvSpPr>
          <p:spPr>
            <a:xfrm>
              <a:off x="10300164" y="3525869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89" name="Google Shape;789;p12"/>
            <p:cNvSpPr/>
            <p:nvPr/>
          </p:nvSpPr>
          <p:spPr>
            <a:xfrm>
              <a:off x="10682424" y="3525869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90" name="Google Shape;790;p12"/>
            <p:cNvSpPr/>
            <p:nvPr/>
          </p:nvSpPr>
          <p:spPr>
            <a:xfrm>
              <a:off x="11064684" y="3525869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91" name="Google Shape;791;p12"/>
            <p:cNvSpPr/>
            <p:nvPr/>
          </p:nvSpPr>
          <p:spPr>
            <a:xfrm>
              <a:off x="10300164" y="3906806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92" name="Google Shape;792;p12"/>
            <p:cNvSpPr/>
            <p:nvPr/>
          </p:nvSpPr>
          <p:spPr>
            <a:xfrm>
              <a:off x="10682424" y="3906806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93" name="Google Shape;793;p12"/>
            <p:cNvSpPr/>
            <p:nvPr/>
          </p:nvSpPr>
          <p:spPr>
            <a:xfrm>
              <a:off x="11064684" y="3906806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794" name="Google Shape;794;p12"/>
          <p:cNvSpPr txBox="1"/>
          <p:nvPr/>
        </p:nvSpPr>
        <p:spPr>
          <a:xfrm>
            <a:off x="3650343" y="6124198"/>
            <a:ext cx="489131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스위치 영역 예시 (영역의 중심에 불이 들어오지 않는 경우는 없다.)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13"/>
          <p:cNvSpPr/>
          <p:nvPr/>
        </p:nvSpPr>
        <p:spPr>
          <a:xfrm>
            <a:off x="0" y="6661463"/>
            <a:ext cx="12192000" cy="196537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00" name="Google Shape;800;p13"/>
          <p:cNvSpPr/>
          <p:nvPr/>
        </p:nvSpPr>
        <p:spPr>
          <a:xfrm>
            <a:off x="0" y="0"/>
            <a:ext cx="12192000" cy="196537"/>
          </a:xfrm>
          <a:prstGeom prst="rect">
            <a:avLst/>
          </a:prstGeom>
          <a:gradFill>
            <a:gsLst>
              <a:gs pos="0">
                <a:srgbClr val="254061"/>
              </a:gs>
              <a:gs pos="50000">
                <a:srgbClr val="254061"/>
              </a:gs>
              <a:gs pos="77000">
                <a:srgbClr val="C1C5CD"/>
              </a:gs>
              <a:gs pos="100000">
                <a:srgbClr val="E1E2E5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01" name="Google Shape;801;p13"/>
          <p:cNvSpPr txBox="1"/>
          <p:nvPr/>
        </p:nvSpPr>
        <p:spPr>
          <a:xfrm>
            <a:off x="5463375" y="6628926"/>
            <a:ext cx="126305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Ver.1.0.0</a:t>
            </a:r>
            <a:endParaRPr b="1" sz="105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802" name="Google Shape;802;p13"/>
          <p:cNvPicPr preferRelativeResize="0"/>
          <p:nvPr/>
        </p:nvPicPr>
        <p:blipFill rotWithShape="1">
          <a:blip r:embed="rId3">
            <a:alphaModFix/>
          </a:blip>
          <a:srcRect b="0" l="0" r="0" t="7981"/>
          <a:stretch/>
        </p:blipFill>
        <p:spPr>
          <a:xfrm>
            <a:off x="11608357" y="6661463"/>
            <a:ext cx="581449" cy="165234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13"/>
          <p:cNvSpPr txBox="1"/>
          <p:nvPr>
            <p:ph idx="12" type="sldNum"/>
          </p:nvPr>
        </p:nvSpPr>
        <p:spPr>
          <a:xfrm>
            <a:off x="9824484" y="1"/>
            <a:ext cx="2367516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4" name="Google Shape;804;p13"/>
          <p:cNvSpPr txBox="1"/>
          <p:nvPr>
            <p:ph idx="11" type="ftr"/>
          </p:nvPr>
        </p:nvSpPr>
        <p:spPr>
          <a:xfrm>
            <a:off x="0" y="3175"/>
            <a:ext cx="34906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PUZ_08_스위치 퍼즐 시스템 기획서</a:t>
            </a:r>
            <a:endParaRPr/>
          </a:p>
        </p:txBody>
      </p:sp>
      <p:sp>
        <p:nvSpPr>
          <p:cNvPr id="805" name="Google Shape;805;p13"/>
          <p:cNvSpPr txBox="1"/>
          <p:nvPr/>
        </p:nvSpPr>
        <p:spPr>
          <a:xfrm>
            <a:off x="157882" y="624365"/>
            <a:ext cx="31576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| 스위치 영역</a:t>
            </a:r>
            <a:endParaRPr/>
          </a:p>
        </p:txBody>
      </p:sp>
      <p:sp>
        <p:nvSpPr>
          <p:cNvPr id="806" name="Google Shape;806;p13"/>
          <p:cNvSpPr txBox="1"/>
          <p:nvPr/>
        </p:nvSpPr>
        <p:spPr>
          <a:xfrm>
            <a:off x="524322" y="1113706"/>
            <a:ext cx="1114335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1*1 키 캡이 눌릴 시 3*3의 스위치 영역에서 동시에 상태가 변하는 키 캡이 존재 한다.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상태가 변하는 키 캡의 영역은 좌측 패널 스위치 영역에 맞춰 변한다.</a:t>
            </a:r>
            <a:endParaRPr/>
          </a:p>
        </p:txBody>
      </p:sp>
      <p:pic>
        <p:nvPicPr>
          <p:cNvPr id="807" name="Google Shape;807;p13"/>
          <p:cNvPicPr preferRelativeResize="0"/>
          <p:nvPr/>
        </p:nvPicPr>
        <p:blipFill rotWithShape="1">
          <a:blip r:embed="rId4">
            <a:alphaModFix/>
          </a:blip>
          <a:srcRect b="12183" l="59757" r="11563" t="16040"/>
          <a:stretch/>
        </p:blipFill>
        <p:spPr>
          <a:xfrm>
            <a:off x="1127617" y="1926364"/>
            <a:ext cx="1762183" cy="2960185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13"/>
          <p:cNvSpPr/>
          <p:nvPr/>
        </p:nvSpPr>
        <p:spPr>
          <a:xfrm>
            <a:off x="1748059" y="3167831"/>
            <a:ext cx="694377" cy="429853"/>
          </a:xfrm>
          <a:custGeom>
            <a:rect b="b" l="l" r="r" t="t"/>
            <a:pathLst>
              <a:path extrusionOk="0" h="660400" w="1066800">
                <a:moveTo>
                  <a:pt x="0" y="25400"/>
                </a:moveTo>
                <a:lnTo>
                  <a:pt x="101600" y="660400"/>
                </a:lnTo>
                <a:lnTo>
                  <a:pt x="1066800" y="651934"/>
                </a:lnTo>
                <a:lnTo>
                  <a:pt x="948266" y="0"/>
                </a:lnTo>
                <a:lnTo>
                  <a:pt x="0" y="25400"/>
                </a:lnTo>
                <a:close/>
              </a:path>
            </a:pathLst>
          </a:custGeom>
          <a:solidFill>
            <a:srgbClr val="FF0000">
              <a:alpha val="29803"/>
            </a:srgbClr>
          </a:solidFill>
          <a:ln cap="flat" cmpd="sng" w="28575">
            <a:solidFill>
              <a:srgbClr val="FFFF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809" name="Google Shape;809;p13"/>
          <p:cNvGrpSpPr/>
          <p:nvPr/>
        </p:nvGrpSpPr>
        <p:grpSpPr>
          <a:xfrm>
            <a:off x="1470352" y="5105276"/>
            <a:ext cx="1076712" cy="1072986"/>
            <a:chOff x="2364970" y="4882551"/>
            <a:chExt cx="1146781" cy="1142812"/>
          </a:xfrm>
        </p:grpSpPr>
        <p:sp>
          <p:nvSpPr>
            <p:cNvPr id="810" name="Google Shape;810;p13"/>
            <p:cNvSpPr/>
            <p:nvPr/>
          </p:nvSpPr>
          <p:spPr>
            <a:xfrm>
              <a:off x="2364970" y="4882551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11" name="Google Shape;811;p13"/>
            <p:cNvSpPr/>
            <p:nvPr/>
          </p:nvSpPr>
          <p:spPr>
            <a:xfrm>
              <a:off x="2747230" y="4882551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12" name="Google Shape;812;p13"/>
            <p:cNvSpPr/>
            <p:nvPr/>
          </p:nvSpPr>
          <p:spPr>
            <a:xfrm>
              <a:off x="3129491" y="4882551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13" name="Google Shape;813;p13"/>
            <p:cNvSpPr/>
            <p:nvPr/>
          </p:nvSpPr>
          <p:spPr>
            <a:xfrm>
              <a:off x="2364970" y="5263489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14" name="Google Shape;814;p13"/>
            <p:cNvSpPr/>
            <p:nvPr/>
          </p:nvSpPr>
          <p:spPr>
            <a:xfrm>
              <a:off x="2747230" y="5263489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15" name="Google Shape;815;p13"/>
            <p:cNvSpPr/>
            <p:nvPr/>
          </p:nvSpPr>
          <p:spPr>
            <a:xfrm>
              <a:off x="3129491" y="5263489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16" name="Google Shape;816;p13"/>
            <p:cNvSpPr/>
            <p:nvPr/>
          </p:nvSpPr>
          <p:spPr>
            <a:xfrm>
              <a:off x="2364970" y="5644426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17" name="Google Shape;817;p13"/>
            <p:cNvSpPr/>
            <p:nvPr/>
          </p:nvSpPr>
          <p:spPr>
            <a:xfrm>
              <a:off x="2747230" y="5644426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18" name="Google Shape;818;p13"/>
            <p:cNvSpPr/>
            <p:nvPr/>
          </p:nvSpPr>
          <p:spPr>
            <a:xfrm>
              <a:off x="3129491" y="5644426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19" name="Google Shape;819;p13"/>
            <p:cNvSpPr/>
            <p:nvPr/>
          </p:nvSpPr>
          <p:spPr>
            <a:xfrm>
              <a:off x="2406064" y="4918052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20" name="Google Shape;820;p13"/>
            <p:cNvSpPr/>
            <p:nvPr/>
          </p:nvSpPr>
          <p:spPr>
            <a:xfrm>
              <a:off x="2788324" y="4918052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21" name="Google Shape;821;p13"/>
            <p:cNvSpPr/>
            <p:nvPr/>
          </p:nvSpPr>
          <p:spPr>
            <a:xfrm>
              <a:off x="3170584" y="4918052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22" name="Google Shape;822;p13"/>
            <p:cNvSpPr/>
            <p:nvPr/>
          </p:nvSpPr>
          <p:spPr>
            <a:xfrm>
              <a:off x="2406064" y="5298990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23" name="Google Shape;823;p13"/>
            <p:cNvSpPr/>
            <p:nvPr/>
          </p:nvSpPr>
          <p:spPr>
            <a:xfrm>
              <a:off x="2788324" y="5298990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24" name="Google Shape;824;p13"/>
            <p:cNvSpPr/>
            <p:nvPr/>
          </p:nvSpPr>
          <p:spPr>
            <a:xfrm>
              <a:off x="3170584" y="5298990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25" name="Google Shape;825;p13"/>
            <p:cNvSpPr/>
            <p:nvPr/>
          </p:nvSpPr>
          <p:spPr>
            <a:xfrm>
              <a:off x="2406064" y="5679927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26" name="Google Shape;826;p13"/>
            <p:cNvSpPr/>
            <p:nvPr/>
          </p:nvSpPr>
          <p:spPr>
            <a:xfrm>
              <a:off x="2788324" y="5679927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27" name="Google Shape;827;p13"/>
            <p:cNvSpPr/>
            <p:nvPr/>
          </p:nvSpPr>
          <p:spPr>
            <a:xfrm>
              <a:off x="3170584" y="5679927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828" name="Google Shape;828;p13"/>
          <p:cNvCxnSpPr/>
          <p:nvPr/>
        </p:nvCxnSpPr>
        <p:spPr>
          <a:xfrm>
            <a:off x="2008708" y="3630221"/>
            <a:ext cx="0" cy="1375245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29" name="Google Shape;829;p13"/>
          <p:cNvSpPr txBox="1"/>
          <p:nvPr/>
        </p:nvSpPr>
        <p:spPr>
          <a:xfrm>
            <a:off x="157882" y="6265402"/>
            <a:ext cx="370165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Ex) 해킹 패널 좌측 스위치 영역의 표시된 모양이 위와 같다면</a:t>
            </a:r>
            <a:endParaRPr/>
          </a:p>
        </p:txBody>
      </p:sp>
      <p:grpSp>
        <p:nvGrpSpPr>
          <p:cNvPr id="830" name="Google Shape;830;p13"/>
          <p:cNvGrpSpPr/>
          <p:nvPr/>
        </p:nvGrpSpPr>
        <p:grpSpPr>
          <a:xfrm>
            <a:off x="6268852" y="1975591"/>
            <a:ext cx="3260986" cy="1131922"/>
            <a:chOff x="6268852" y="2311718"/>
            <a:chExt cx="3260986" cy="1131922"/>
          </a:xfrm>
        </p:grpSpPr>
        <p:sp>
          <p:nvSpPr>
            <p:cNvPr id="831" name="Google Shape;831;p13"/>
            <p:cNvSpPr/>
            <p:nvPr/>
          </p:nvSpPr>
          <p:spPr>
            <a:xfrm>
              <a:off x="6268852" y="2311718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32" name="Google Shape;832;p13"/>
            <p:cNvSpPr/>
            <p:nvPr/>
          </p:nvSpPr>
          <p:spPr>
            <a:xfrm>
              <a:off x="6647469" y="2311718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33" name="Google Shape;833;p13"/>
            <p:cNvSpPr/>
            <p:nvPr/>
          </p:nvSpPr>
          <p:spPr>
            <a:xfrm>
              <a:off x="7026087" y="2311718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34" name="Google Shape;834;p13"/>
            <p:cNvSpPr/>
            <p:nvPr/>
          </p:nvSpPr>
          <p:spPr>
            <a:xfrm>
              <a:off x="6268852" y="2689026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35" name="Google Shape;835;p13"/>
            <p:cNvSpPr/>
            <p:nvPr/>
          </p:nvSpPr>
          <p:spPr>
            <a:xfrm>
              <a:off x="6647469" y="2689026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36" name="Google Shape;836;p13"/>
            <p:cNvSpPr/>
            <p:nvPr/>
          </p:nvSpPr>
          <p:spPr>
            <a:xfrm>
              <a:off x="7026087" y="2689026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37" name="Google Shape;837;p13"/>
            <p:cNvSpPr/>
            <p:nvPr/>
          </p:nvSpPr>
          <p:spPr>
            <a:xfrm>
              <a:off x="6268852" y="3066333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38" name="Google Shape;838;p13"/>
            <p:cNvSpPr/>
            <p:nvPr/>
          </p:nvSpPr>
          <p:spPr>
            <a:xfrm>
              <a:off x="6647469" y="3066333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39" name="Google Shape;839;p13"/>
            <p:cNvSpPr/>
            <p:nvPr/>
          </p:nvSpPr>
          <p:spPr>
            <a:xfrm>
              <a:off x="7026087" y="3066333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40" name="Google Shape;840;p13"/>
            <p:cNvSpPr/>
            <p:nvPr/>
          </p:nvSpPr>
          <p:spPr>
            <a:xfrm>
              <a:off x="6309554" y="2346881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41" name="Google Shape;841;p13"/>
            <p:cNvSpPr/>
            <p:nvPr/>
          </p:nvSpPr>
          <p:spPr>
            <a:xfrm>
              <a:off x="6688171" y="2346881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42" name="Google Shape;842;p13"/>
            <p:cNvSpPr/>
            <p:nvPr/>
          </p:nvSpPr>
          <p:spPr>
            <a:xfrm>
              <a:off x="7066788" y="2346881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43" name="Google Shape;843;p13"/>
            <p:cNvSpPr/>
            <p:nvPr/>
          </p:nvSpPr>
          <p:spPr>
            <a:xfrm>
              <a:off x="6309554" y="2724189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44" name="Google Shape;844;p13"/>
            <p:cNvSpPr/>
            <p:nvPr/>
          </p:nvSpPr>
          <p:spPr>
            <a:xfrm>
              <a:off x="6688171" y="2724189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45" name="Google Shape;845;p13"/>
            <p:cNvSpPr/>
            <p:nvPr/>
          </p:nvSpPr>
          <p:spPr>
            <a:xfrm>
              <a:off x="7066788" y="2724189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46" name="Google Shape;846;p13"/>
            <p:cNvSpPr/>
            <p:nvPr/>
          </p:nvSpPr>
          <p:spPr>
            <a:xfrm>
              <a:off x="6309554" y="3101496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47" name="Google Shape;847;p13"/>
            <p:cNvSpPr/>
            <p:nvPr/>
          </p:nvSpPr>
          <p:spPr>
            <a:xfrm>
              <a:off x="6688171" y="3101496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48" name="Google Shape;848;p13"/>
            <p:cNvSpPr/>
            <p:nvPr/>
          </p:nvSpPr>
          <p:spPr>
            <a:xfrm>
              <a:off x="7066788" y="3101496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49" name="Google Shape;849;p13"/>
            <p:cNvSpPr/>
            <p:nvPr/>
          </p:nvSpPr>
          <p:spPr>
            <a:xfrm>
              <a:off x="8393986" y="2311718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50" name="Google Shape;850;p13"/>
            <p:cNvSpPr/>
            <p:nvPr/>
          </p:nvSpPr>
          <p:spPr>
            <a:xfrm>
              <a:off x="8772603" y="2311718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51" name="Google Shape;851;p13"/>
            <p:cNvSpPr/>
            <p:nvPr/>
          </p:nvSpPr>
          <p:spPr>
            <a:xfrm>
              <a:off x="9151221" y="2311718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52" name="Google Shape;852;p13"/>
            <p:cNvSpPr/>
            <p:nvPr/>
          </p:nvSpPr>
          <p:spPr>
            <a:xfrm>
              <a:off x="8393986" y="2689026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53" name="Google Shape;853;p13"/>
            <p:cNvSpPr/>
            <p:nvPr/>
          </p:nvSpPr>
          <p:spPr>
            <a:xfrm>
              <a:off x="8772603" y="2689026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54" name="Google Shape;854;p13"/>
            <p:cNvSpPr/>
            <p:nvPr/>
          </p:nvSpPr>
          <p:spPr>
            <a:xfrm>
              <a:off x="9151221" y="2689026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55" name="Google Shape;855;p13"/>
            <p:cNvSpPr/>
            <p:nvPr/>
          </p:nvSpPr>
          <p:spPr>
            <a:xfrm>
              <a:off x="8393986" y="3066333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56" name="Google Shape;856;p13"/>
            <p:cNvSpPr/>
            <p:nvPr/>
          </p:nvSpPr>
          <p:spPr>
            <a:xfrm>
              <a:off x="8772603" y="3066333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57" name="Google Shape;857;p13"/>
            <p:cNvSpPr/>
            <p:nvPr/>
          </p:nvSpPr>
          <p:spPr>
            <a:xfrm>
              <a:off x="9151221" y="3066333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58" name="Google Shape;858;p13"/>
            <p:cNvSpPr/>
            <p:nvPr/>
          </p:nvSpPr>
          <p:spPr>
            <a:xfrm>
              <a:off x="8434688" y="2346881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59" name="Google Shape;859;p13"/>
            <p:cNvSpPr/>
            <p:nvPr/>
          </p:nvSpPr>
          <p:spPr>
            <a:xfrm>
              <a:off x="8813305" y="2346881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60" name="Google Shape;860;p13"/>
            <p:cNvSpPr/>
            <p:nvPr/>
          </p:nvSpPr>
          <p:spPr>
            <a:xfrm>
              <a:off x="9191922" y="2346881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61" name="Google Shape;861;p13"/>
            <p:cNvSpPr/>
            <p:nvPr/>
          </p:nvSpPr>
          <p:spPr>
            <a:xfrm>
              <a:off x="8434688" y="2724189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62" name="Google Shape;862;p13"/>
            <p:cNvSpPr/>
            <p:nvPr/>
          </p:nvSpPr>
          <p:spPr>
            <a:xfrm>
              <a:off x="8813305" y="2724189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63" name="Google Shape;863;p13"/>
            <p:cNvSpPr/>
            <p:nvPr/>
          </p:nvSpPr>
          <p:spPr>
            <a:xfrm>
              <a:off x="9191922" y="2724189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64" name="Google Shape;864;p13"/>
            <p:cNvSpPr/>
            <p:nvPr/>
          </p:nvSpPr>
          <p:spPr>
            <a:xfrm>
              <a:off x="8434688" y="3101496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65" name="Google Shape;865;p13"/>
            <p:cNvSpPr/>
            <p:nvPr/>
          </p:nvSpPr>
          <p:spPr>
            <a:xfrm>
              <a:off x="8813305" y="3101496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66" name="Google Shape;866;p13"/>
            <p:cNvSpPr/>
            <p:nvPr/>
          </p:nvSpPr>
          <p:spPr>
            <a:xfrm>
              <a:off x="9191922" y="3101496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67" name="Google Shape;867;p13"/>
            <p:cNvSpPr/>
            <p:nvPr/>
          </p:nvSpPr>
          <p:spPr>
            <a:xfrm>
              <a:off x="7738533" y="2797966"/>
              <a:ext cx="372534" cy="196537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868" name="Google Shape;868;p13"/>
          <p:cNvGrpSpPr/>
          <p:nvPr/>
        </p:nvGrpSpPr>
        <p:grpSpPr>
          <a:xfrm>
            <a:off x="6268852" y="3490528"/>
            <a:ext cx="3260986" cy="1131922"/>
            <a:chOff x="6268852" y="3640037"/>
            <a:chExt cx="3260986" cy="1131922"/>
          </a:xfrm>
        </p:grpSpPr>
        <p:sp>
          <p:nvSpPr>
            <p:cNvPr id="869" name="Google Shape;869;p13"/>
            <p:cNvSpPr/>
            <p:nvPr/>
          </p:nvSpPr>
          <p:spPr>
            <a:xfrm>
              <a:off x="6268852" y="3640037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70" name="Google Shape;870;p13"/>
            <p:cNvSpPr/>
            <p:nvPr/>
          </p:nvSpPr>
          <p:spPr>
            <a:xfrm>
              <a:off x="6647469" y="3640037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71" name="Google Shape;871;p13"/>
            <p:cNvSpPr/>
            <p:nvPr/>
          </p:nvSpPr>
          <p:spPr>
            <a:xfrm>
              <a:off x="7026087" y="3640037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72" name="Google Shape;872;p13"/>
            <p:cNvSpPr/>
            <p:nvPr/>
          </p:nvSpPr>
          <p:spPr>
            <a:xfrm>
              <a:off x="6268852" y="4017345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73" name="Google Shape;873;p13"/>
            <p:cNvSpPr/>
            <p:nvPr/>
          </p:nvSpPr>
          <p:spPr>
            <a:xfrm>
              <a:off x="6647469" y="4017345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74" name="Google Shape;874;p13"/>
            <p:cNvSpPr/>
            <p:nvPr/>
          </p:nvSpPr>
          <p:spPr>
            <a:xfrm>
              <a:off x="7026087" y="4017345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75" name="Google Shape;875;p13"/>
            <p:cNvSpPr/>
            <p:nvPr/>
          </p:nvSpPr>
          <p:spPr>
            <a:xfrm>
              <a:off x="6268852" y="4394652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76" name="Google Shape;876;p13"/>
            <p:cNvSpPr/>
            <p:nvPr/>
          </p:nvSpPr>
          <p:spPr>
            <a:xfrm>
              <a:off x="6647469" y="4394652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77" name="Google Shape;877;p13"/>
            <p:cNvSpPr/>
            <p:nvPr/>
          </p:nvSpPr>
          <p:spPr>
            <a:xfrm>
              <a:off x="7026087" y="4394652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78" name="Google Shape;878;p13"/>
            <p:cNvSpPr/>
            <p:nvPr/>
          </p:nvSpPr>
          <p:spPr>
            <a:xfrm>
              <a:off x="6309554" y="3675200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79" name="Google Shape;879;p13"/>
            <p:cNvSpPr/>
            <p:nvPr/>
          </p:nvSpPr>
          <p:spPr>
            <a:xfrm>
              <a:off x="6688171" y="3675200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80" name="Google Shape;880;p13"/>
            <p:cNvSpPr/>
            <p:nvPr/>
          </p:nvSpPr>
          <p:spPr>
            <a:xfrm>
              <a:off x="7066788" y="3675200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81" name="Google Shape;881;p13"/>
            <p:cNvSpPr/>
            <p:nvPr/>
          </p:nvSpPr>
          <p:spPr>
            <a:xfrm>
              <a:off x="6309554" y="4052508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82" name="Google Shape;882;p13"/>
            <p:cNvSpPr/>
            <p:nvPr/>
          </p:nvSpPr>
          <p:spPr>
            <a:xfrm>
              <a:off x="6688171" y="4052508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83" name="Google Shape;883;p13"/>
            <p:cNvSpPr/>
            <p:nvPr/>
          </p:nvSpPr>
          <p:spPr>
            <a:xfrm>
              <a:off x="7066788" y="4052508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84" name="Google Shape;884;p13"/>
            <p:cNvSpPr/>
            <p:nvPr/>
          </p:nvSpPr>
          <p:spPr>
            <a:xfrm>
              <a:off x="6309554" y="4429815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85" name="Google Shape;885;p13"/>
            <p:cNvSpPr/>
            <p:nvPr/>
          </p:nvSpPr>
          <p:spPr>
            <a:xfrm>
              <a:off x="6688171" y="4429815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86" name="Google Shape;886;p13"/>
            <p:cNvSpPr/>
            <p:nvPr/>
          </p:nvSpPr>
          <p:spPr>
            <a:xfrm>
              <a:off x="7066788" y="4429815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87" name="Google Shape;887;p13"/>
            <p:cNvSpPr/>
            <p:nvPr/>
          </p:nvSpPr>
          <p:spPr>
            <a:xfrm>
              <a:off x="8393986" y="3640037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88" name="Google Shape;888;p13"/>
            <p:cNvSpPr/>
            <p:nvPr/>
          </p:nvSpPr>
          <p:spPr>
            <a:xfrm>
              <a:off x="8772603" y="3640037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89" name="Google Shape;889;p13"/>
            <p:cNvSpPr/>
            <p:nvPr/>
          </p:nvSpPr>
          <p:spPr>
            <a:xfrm>
              <a:off x="9151221" y="3640037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90" name="Google Shape;890;p13"/>
            <p:cNvSpPr/>
            <p:nvPr/>
          </p:nvSpPr>
          <p:spPr>
            <a:xfrm>
              <a:off x="8393986" y="4017345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91" name="Google Shape;891;p13"/>
            <p:cNvSpPr/>
            <p:nvPr/>
          </p:nvSpPr>
          <p:spPr>
            <a:xfrm>
              <a:off x="8772603" y="4017345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92" name="Google Shape;892;p13"/>
            <p:cNvSpPr/>
            <p:nvPr/>
          </p:nvSpPr>
          <p:spPr>
            <a:xfrm>
              <a:off x="9151221" y="4017345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93" name="Google Shape;893;p13"/>
            <p:cNvSpPr/>
            <p:nvPr/>
          </p:nvSpPr>
          <p:spPr>
            <a:xfrm>
              <a:off x="8393986" y="4394652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94" name="Google Shape;894;p13"/>
            <p:cNvSpPr/>
            <p:nvPr/>
          </p:nvSpPr>
          <p:spPr>
            <a:xfrm>
              <a:off x="8772603" y="4394652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95" name="Google Shape;895;p13"/>
            <p:cNvSpPr/>
            <p:nvPr/>
          </p:nvSpPr>
          <p:spPr>
            <a:xfrm>
              <a:off x="9151221" y="4394652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96" name="Google Shape;896;p13"/>
            <p:cNvSpPr/>
            <p:nvPr/>
          </p:nvSpPr>
          <p:spPr>
            <a:xfrm>
              <a:off x="8434688" y="3675200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97" name="Google Shape;897;p13"/>
            <p:cNvSpPr/>
            <p:nvPr/>
          </p:nvSpPr>
          <p:spPr>
            <a:xfrm>
              <a:off x="8813305" y="3675200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98" name="Google Shape;898;p13"/>
            <p:cNvSpPr/>
            <p:nvPr/>
          </p:nvSpPr>
          <p:spPr>
            <a:xfrm>
              <a:off x="9191922" y="3675200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99" name="Google Shape;899;p13"/>
            <p:cNvSpPr/>
            <p:nvPr/>
          </p:nvSpPr>
          <p:spPr>
            <a:xfrm>
              <a:off x="8434688" y="4052508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00" name="Google Shape;900;p13"/>
            <p:cNvSpPr/>
            <p:nvPr/>
          </p:nvSpPr>
          <p:spPr>
            <a:xfrm>
              <a:off x="8813305" y="4052508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01" name="Google Shape;901;p13"/>
            <p:cNvSpPr/>
            <p:nvPr/>
          </p:nvSpPr>
          <p:spPr>
            <a:xfrm>
              <a:off x="9191922" y="4052508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02" name="Google Shape;902;p13"/>
            <p:cNvSpPr/>
            <p:nvPr/>
          </p:nvSpPr>
          <p:spPr>
            <a:xfrm>
              <a:off x="8434688" y="4429815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03" name="Google Shape;903;p13"/>
            <p:cNvSpPr/>
            <p:nvPr/>
          </p:nvSpPr>
          <p:spPr>
            <a:xfrm>
              <a:off x="8813305" y="4429815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04" name="Google Shape;904;p13"/>
            <p:cNvSpPr/>
            <p:nvPr/>
          </p:nvSpPr>
          <p:spPr>
            <a:xfrm>
              <a:off x="9191922" y="4429815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05" name="Google Shape;905;p13"/>
            <p:cNvSpPr/>
            <p:nvPr/>
          </p:nvSpPr>
          <p:spPr>
            <a:xfrm>
              <a:off x="7738533" y="4118829"/>
              <a:ext cx="372534" cy="196537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906" name="Google Shape;906;p13"/>
          <p:cNvGrpSpPr/>
          <p:nvPr/>
        </p:nvGrpSpPr>
        <p:grpSpPr>
          <a:xfrm>
            <a:off x="6268852" y="5005466"/>
            <a:ext cx="3260986" cy="1131922"/>
            <a:chOff x="6268852" y="4968356"/>
            <a:chExt cx="3260986" cy="1131922"/>
          </a:xfrm>
        </p:grpSpPr>
        <p:sp>
          <p:nvSpPr>
            <p:cNvPr id="907" name="Google Shape;907;p13"/>
            <p:cNvSpPr/>
            <p:nvPr/>
          </p:nvSpPr>
          <p:spPr>
            <a:xfrm>
              <a:off x="6268852" y="4968356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08" name="Google Shape;908;p13"/>
            <p:cNvSpPr/>
            <p:nvPr/>
          </p:nvSpPr>
          <p:spPr>
            <a:xfrm>
              <a:off x="6647469" y="4968356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09" name="Google Shape;909;p13"/>
            <p:cNvSpPr/>
            <p:nvPr/>
          </p:nvSpPr>
          <p:spPr>
            <a:xfrm>
              <a:off x="7026087" y="4968356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10" name="Google Shape;910;p13"/>
            <p:cNvSpPr/>
            <p:nvPr/>
          </p:nvSpPr>
          <p:spPr>
            <a:xfrm>
              <a:off x="6268852" y="5345664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11" name="Google Shape;911;p13"/>
            <p:cNvSpPr/>
            <p:nvPr/>
          </p:nvSpPr>
          <p:spPr>
            <a:xfrm>
              <a:off x="6647469" y="5345664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12" name="Google Shape;912;p13"/>
            <p:cNvSpPr/>
            <p:nvPr/>
          </p:nvSpPr>
          <p:spPr>
            <a:xfrm>
              <a:off x="7026087" y="5345664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13" name="Google Shape;913;p13"/>
            <p:cNvSpPr/>
            <p:nvPr/>
          </p:nvSpPr>
          <p:spPr>
            <a:xfrm>
              <a:off x="6268852" y="5722971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14" name="Google Shape;914;p13"/>
            <p:cNvSpPr/>
            <p:nvPr/>
          </p:nvSpPr>
          <p:spPr>
            <a:xfrm>
              <a:off x="6647469" y="5722971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15" name="Google Shape;915;p13"/>
            <p:cNvSpPr/>
            <p:nvPr/>
          </p:nvSpPr>
          <p:spPr>
            <a:xfrm>
              <a:off x="7026087" y="5722971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16" name="Google Shape;916;p13"/>
            <p:cNvSpPr/>
            <p:nvPr/>
          </p:nvSpPr>
          <p:spPr>
            <a:xfrm>
              <a:off x="6309554" y="5003519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17" name="Google Shape;917;p13"/>
            <p:cNvSpPr/>
            <p:nvPr/>
          </p:nvSpPr>
          <p:spPr>
            <a:xfrm>
              <a:off x="6688171" y="5003519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18" name="Google Shape;918;p13"/>
            <p:cNvSpPr/>
            <p:nvPr/>
          </p:nvSpPr>
          <p:spPr>
            <a:xfrm>
              <a:off x="7066788" y="5003519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19" name="Google Shape;919;p13"/>
            <p:cNvSpPr/>
            <p:nvPr/>
          </p:nvSpPr>
          <p:spPr>
            <a:xfrm>
              <a:off x="6309554" y="5380827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20" name="Google Shape;920;p13"/>
            <p:cNvSpPr/>
            <p:nvPr/>
          </p:nvSpPr>
          <p:spPr>
            <a:xfrm>
              <a:off x="6688171" y="5380827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21" name="Google Shape;921;p13"/>
            <p:cNvSpPr/>
            <p:nvPr/>
          </p:nvSpPr>
          <p:spPr>
            <a:xfrm>
              <a:off x="7066788" y="5380827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22" name="Google Shape;922;p13"/>
            <p:cNvSpPr/>
            <p:nvPr/>
          </p:nvSpPr>
          <p:spPr>
            <a:xfrm>
              <a:off x="6309554" y="5758134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23" name="Google Shape;923;p13"/>
            <p:cNvSpPr/>
            <p:nvPr/>
          </p:nvSpPr>
          <p:spPr>
            <a:xfrm>
              <a:off x="6688171" y="5758134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24" name="Google Shape;924;p13"/>
            <p:cNvSpPr/>
            <p:nvPr/>
          </p:nvSpPr>
          <p:spPr>
            <a:xfrm>
              <a:off x="7066788" y="5758134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25" name="Google Shape;925;p13"/>
            <p:cNvSpPr/>
            <p:nvPr/>
          </p:nvSpPr>
          <p:spPr>
            <a:xfrm>
              <a:off x="8393986" y="4968356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26" name="Google Shape;926;p13"/>
            <p:cNvSpPr/>
            <p:nvPr/>
          </p:nvSpPr>
          <p:spPr>
            <a:xfrm>
              <a:off x="8772603" y="4968356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27" name="Google Shape;927;p13"/>
            <p:cNvSpPr/>
            <p:nvPr/>
          </p:nvSpPr>
          <p:spPr>
            <a:xfrm>
              <a:off x="9151221" y="4968356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28" name="Google Shape;928;p13"/>
            <p:cNvSpPr/>
            <p:nvPr/>
          </p:nvSpPr>
          <p:spPr>
            <a:xfrm>
              <a:off x="8393986" y="5345664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29" name="Google Shape;929;p13"/>
            <p:cNvSpPr/>
            <p:nvPr/>
          </p:nvSpPr>
          <p:spPr>
            <a:xfrm>
              <a:off x="8772603" y="5345664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30" name="Google Shape;930;p13"/>
            <p:cNvSpPr/>
            <p:nvPr/>
          </p:nvSpPr>
          <p:spPr>
            <a:xfrm>
              <a:off x="9151221" y="5345664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31" name="Google Shape;931;p13"/>
            <p:cNvSpPr/>
            <p:nvPr/>
          </p:nvSpPr>
          <p:spPr>
            <a:xfrm>
              <a:off x="8393986" y="5722971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32" name="Google Shape;932;p13"/>
            <p:cNvSpPr/>
            <p:nvPr/>
          </p:nvSpPr>
          <p:spPr>
            <a:xfrm>
              <a:off x="8772603" y="5722971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33" name="Google Shape;933;p13"/>
            <p:cNvSpPr/>
            <p:nvPr/>
          </p:nvSpPr>
          <p:spPr>
            <a:xfrm>
              <a:off x="9151221" y="5722971"/>
              <a:ext cx="378617" cy="37730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34" name="Google Shape;934;p13"/>
            <p:cNvSpPr/>
            <p:nvPr/>
          </p:nvSpPr>
          <p:spPr>
            <a:xfrm>
              <a:off x="8434688" y="5003519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35" name="Google Shape;935;p13"/>
            <p:cNvSpPr/>
            <p:nvPr/>
          </p:nvSpPr>
          <p:spPr>
            <a:xfrm>
              <a:off x="8813305" y="5003519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36" name="Google Shape;936;p13"/>
            <p:cNvSpPr/>
            <p:nvPr/>
          </p:nvSpPr>
          <p:spPr>
            <a:xfrm>
              <a:off x="9191922" y="5003519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37" name="Google Shape;937;p13"/>
            <p:cNvSpPr/>
            <p:nvPr/>
          </p:nvSpPr>
          <p:spPr>
            <a:xfrm>
              <a:off x="8434688" y="5380827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38" name="Google Shape;938;p13"/>
            <p:cNvSpPr/>
            <p:nvPr/>
          </p:nvSpPr>
          <p:spPr>
            <a:xfrm>
              <a:off x="8813305" y="5380827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39" name="Google Shape;939;p13"/>
            <p:cNvSpPr/>
            <p:nvPr/>
          </p:nvSpPr>
          <p:spPr>
            <a:xfrm>
              <a:off x="9191922" y="5380827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40" name="Google Shape;940;p13"/>
            <p:cNvSpPr/>
            <p:nvPr/>
          </p:nvSpPr>
          <p:spPr>
            <a:xfrm>
              <a:off x="8434688" y="5758134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41" name="Google Shape;941;p13"/>
            <p:cNvSpPr/>
            <p:nvPr/>
          </p:nvSpPr>
          <p:spPr>
            <a:xfrm>
              <a:off x="8813305" y="5758134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42" name="Google Shape;942;p13"/>
            <p:cNvSpPr/>
            <p:nvPr/>
          </p:nvSpPr>
          <p:spPr>
            <a:xfrm>
              <a:off x="9191922" y="5758134"/>
              <a:ext cx="297213" cy="301637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43" name="Google Shape;943;p13"/>
            <p:cNvSpPr/>
            <p:nvPr/>
          </p:nvSpPr>
          <p:spPr>
            <a:xfrm>
              <a:off x="7738533" y="5439692"/>
              <a:ext cx="372534" cy="196537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944" name="Google Shape;944;p13"/>
          <p:cNvSpPr txBox="1"/>
          <p:nvPr/>
        </p:nvSpPr>
        <p:spPr>
          <a:xfrm>
            <a:off x="6094903" y="6265402"/>
            <a:ext cx="360226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Ex) 영향을 받는 키 캡의 상태가 0-&gt;1, 1-&gt;0 으로 변환 된다.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5" name="Google Shape;945;p13"/>
          <p:cNvSpPr/>
          <p:nvPr/>
        </p:nvSpPr>
        <p:spPr>
          <a:xfrm>
            <a:off x="6756911" y="2451117"/>
            <a:ext cx="170710" cy="170710"/>
          </a:xfrm>
          <a:prstGeom prst="ellipse">
            <a:avLst/>
          </a:prstGeom>
          <a:solidFill>
            <a:srgbClr val="FFFF0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6" name="Google Shape;946;p13"/>
          <p:cNvSpPr/>
          <p:nvPr/>
        </p:nvSpPr>
        <p:spPr>
          <a:xfrm>
            <a:off x="6751831" y="3973107"/>
            <a:ext cx="170710" cy="170710"/>
          </a:xfrm>
          <a:prstGeom prst="ellipse">
            <a:avLst/>
          </a:prstGeom>
          <a:solidFill>
            <a:srgbClr val="FFFF0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7" name="Google Shape;947;p13"/>
          <p:cNvSpPr/>
          <p:nvPr/>
        </p:nvSpPr>
        <p:spPr>
          <a:xfrm>
            <a:off x="6751831" y="5479857"/>
            <a:ext cx="170710" cy="170710"/>
          </a:xfrm>
          <a:prstGeom prst="ellipse">
            <a:avLst/>
          </a:prstGeom>
          <a:solidFill>
            <a:srgbClr val="FFFF0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8" name="Google Shape;948;p13"/>
          <p:cNvSpPr/>
          <p:nvPr/>
        </p:nvSpPr>
        <p:spPr>
          <a:xfrm>
            <a:off x="10213488" y="384132"/>
            <a:ext cx="170710" cy="170710"/>
          </a:xfrm>
          <a:prstGeom prst="ellipse">
            <a:avLst/>
          </a:prstGeom>
          <a:solidFill>
            <a:srgbClr val="FFFF0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9" name="Google Shape;949;p13"/>
          <p:cNvSpPr txBox="1"/>
          <p:nvPr/>
        </p:nvSpPr>
        <p:spPr>
          <a:xfrm>
            <a:off x="10384198" y="346377"/>
            <a:ext cx="167545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플레이어가 터치한 키 캡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14"/>
          <p:cNvSpPr/>
          <p:nvPr/>
        </p:nvSpPr>
        <p:spPr>
          <a:xfrm>
            <a:off x="0" y="6661463"/>
            <a:ext cx="12192000" cy="196537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55" name="Google Shape;955;p14"/>
          <p:cNvSpPr/>
          <p:nvPr/>
        </p:nvSpPr>
        <p:spPr>
          <a:xfrm>
            <a:off x="0" y="0"/>
            <a:ext cx="12192000" cy="196537"/>
          </a:xfrm>
          <a:prstGeom prst="rect">
            <a:avLst/>
          </a:prstGeom>
          <a:gradFill>
            <a:gsLst>
              <a:gs pos="0">
                <a:srgbClr val="254061"/>
              </a:gs>
              <a:gs pos="50000">
                <a:srgbClr val="254061"/>
              </a:gs>
              <a:gs pos="77000">
                <a:srgbClr val="C1C5CD"/>
              </a:gs>
              <a:gs pos="100000">
                <a:srgbClr val="E1E2E5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56" name="Google Shape;956;p14"/>
          <p:cNvSpPr txBox="1"/>
          <p:nvPr/>
        </p:nvSpPr>
        <p:spPr>
          <a:xfrm>
            <a:off x="5463375" y="6628926"/>
            <a:ext cx="126305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Ver.1.0.0</a:t>
            </a:r>
            <a:endParaRPr b="1" sz="105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957" name="Google Shape;957;p14"/>
          <p:cNvPicPr preferRelativeResize="0"/>
          <p:nvPr/>
        </p:nvPicPr>
        <p:blipFill rotWithShape="1">
          <a:blip r:embed="rId3">
            <a:alphaModFix/>
          </a:blip>
          <a:srcRect b="0" l="0" r="0" t="7981"/>
          <a:stretch/>
        </p:blipFill>
        <p:spPr>
          <a:xfrm>
            <a:off x="11608357" y="6661463"/>
            <a:ext cx="581449" cy="165234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14"/>
          <p:cNvSpPr txBox="1"/>
          <p:nvPr>
            <p:ph idx="12" type="sldNum"/>
          </p:nvPr>
        </p:nvSpPr>
        <p:spPr>
          <a:xfrm>
            <a:off x="9824484" y="1"/>
            <a:ext cx="2367516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9" name="Google Shape;959;p14"/>
          <p:cNvSpPr txBox="1"/>
          <p:nvPr>
            <p:ph idx="11" type="ftr"/>
          </p:nvPr>
        </p:nvSpPr>
        <p:spPr>
          <a:xfrm>
            <a:off x="0" y="3175"/>
            <a:ext cx="34906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PUZ_08_스위치 퍼즐 시스템 기획서</a:t>
            </a:r>
            <a:endParaRPr/>
          </a:p>
        </p:txBody>
      </p:sp>
      <p:sp>
        <p:nvSpPr>
          <p:cNvPr id="960" name="Google Shape;960;p14"/>
          <p:cNvSpPr txBox="1"/>
          <p:nvPr/>
        </p:nvSpPr>
        <p:spPr>
          <a:xfrm>
            <a:off x="157882" y="624365"/>
            <a:ext cx="31576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| 조작</a:t>
            </a:r>
            <a:endParaRPr/>
          </a:p>
        </p:txBody>
      </p:sp>
      <p:sp>
        <p:nvSpPr>
          <p:cNvPr id="961" name="Google Shape;961;p14"/>
          <p:cNvSpPr txBox="1"/>
          <p:nvPr/>
        </p:nvSpPr>
        <p:spPr>
          <a:xfrm>
            <a:off x="524322" y="1113706"/>
            <a:ext cx="1114335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해킹 패널위로 손이 올라가면 손의 형태가 바뀌고 키 캡을 누를 수 있는 상태로 전환된다.</a:t>
            </a:r>
            <a:endParaRPr/>
          </a:p>
        </p:txBody>
      </p:sp>
      <p:pic>
        <p:nvPicPr>
          <p:cNvPr id="962" name="Google Shape;96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038" y="2307875"/>
            <a:ext cx="6253095" cy="3334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92660" y="2307874"/>
            <a:ext cx="5162301" cy="3335175"/>
          </a:xfrm>
          <a:prstGeom prst="rect">
            <a:avLst/>
          </a:prstGeom>
          <a:noFill/>
          <a:ln>
            <a:noFill/>
          </a:ln>
        </p:spPr>
      </p:pic>
      <p:sp>
        <p:nvSpPr>
          <p:cNvPr id="964" name="Google Shape;964;p14"/>
          <p:cNvSpPr/>
          <p:nvPr/>
        </p:nvSpPr>
        <p:spPr>
          <a:xfrm>
            <a:off x="1474085" y="3975367"/>
            <a:ext cx="3979002" cy="1575691"/>
          </a:xfrm>
          <a:prstGeom prst="rect">
            <a:avLst/>
          </a:prstGeom>
          <a:solidFill>
            <a:srgbClr val="FF0000">
              <a:alpha val="29803"/>
            </a:srgbClr>
          </a:solidFill>
          <a:ln cap="flat" cmpd="sng" w="2857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65" name="Google Shape;965;p14"/>
          <p:cNvSpPr/>
          <p:nvPr/>
        </p:nvSpPr>
        <p:spPr>
          <a:xfrm>
            <a:off x="7605846" y="3970161"/>
            <a:ext cx="3223966" cy="1580897"/>
          </a:xfrm>
          <a:prstGeom prst="rect">
            <a:avLst/>
          </a:prstGeom>
          <a:solidFill>
            <a:srgbClr val="FF0000">
              <a:alpha val="29803"/>
            </a:srgbClr>
          </a:solidFill>
          <a:ln cap="flat" cmpd="sng" w="2857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블랙, 어둠이(가) 표시된 사진&#10;&#10;AI가 생성한 콘텐츠는 부정확할 수 있습니다." id="966" name="Google Shape;966;p14"/>
          <p:cNvPicPr preferRelativeResize="0"/>
          <p:nvPr/>
        </p:nvPicPr>
        <p:blipFill rotWithShape="1">
          <a:blip r:embed="rId6">
            <a:alphaModFix/>
          </a:blip>
          <a:srcRect b="10685" l="18087" r="18087" t="10686"/>
          <a:stretch/>
        </p:blipFill>
        <p:spPr>
          <a:xfrm rot="-7517606">
            <a:off x="4055459" y="2375867"/>
            <a:ext cx="1112168" cy="13700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블랙, 어둠이(가) 표시된 사진&#10;&#10;AI가 생성한 콘텐츠는 부정확할 수 있습니다." id="967" name="Google Shape;967;p14"/>
          <p:cNvPicPr preferRelativeResize="0"/>
          <p:nvPr/>
        </p:nvPicPr>
        <p:blipFill rotWithShape="1">
          <a:blip r:embed="rId7">
            <a:alphaModFix/>
          </a:blip>
          <a:srcRect b="11161" l="18065" r="18064" t="11162"/>
          <a:stretch/>
        </p:blipFill>
        <p:spPr>
          <a:xfrm flipH="1" rot="-7610599">
            <a:off x="8822479" y="3393203"/>
            <a:ext cx="1112168" cy="1352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15"/>
          <p:cNvSpPr/>
          <p:nvPr/>
        </p:nvSpPr>
        <p:spPr>
          <a:xfrm>
            <a:off x="0" y="6661463"/>
            <a:ext cx="12192000" cy="196537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73" name="Google Shape;973;p15"/>
          <p:cNvSpPr/>
          <p:nvPr/>
        </p:nvSpPr>
        <p:spPr>
          <a:xfrm>
            <a:off x="0" y="0"/>
            <a:ext cx="12192000" cy="196537"/>
          </a:xfrm>
          <a:prstGeom prst="rect">
            <a:avLst/>
          </a:prstGeom>
          <a:gradFill>
            <a:gsLst>
              <a:gs pos="0">
                <a:srgbClr val="254061"/>
              </a:gs>
              <a:gs pos="50000">
                <a:srgbClr val="254061"/>
              </a:gs>
              <a:gs pos="77000">
                <a:srgbClr val="C1C5CD"/>
              </a:gs>
              <a:gs pos="100000">
                <a:srgbClr val="E1E2E5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74" name="Google Shape;974;p15"/>
          <p:cNvSpPr txBox="1"/>
          <p:nvPr/>
        </p:nvSpPr>
        <p:spPr>
          <a:xfrm>
            <a:off x="5463375" y="6628926"/>
            <a:ext cx="126305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Ver.1.0.0</a:t>
            </a:r>
            <a:endParaRPr b="1" sz="105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975" name="Google Shape;975;p15"/>
          <p:cNvPicPr preferRelativeResize="0"/>
          <p:nvPr/>
        </p:nvPicPr>
        <p:blipFill rotWithShape="1">
          <a:blip r:embed="rId3">
            <a:alphaModFix/>
          </a:blip>
          <a:srcRect b="0" l="0" r="0" t="7981"/>
          <a:stretch/>
        </p:blipFill>
        <p:spPr>
          <a:xfrm>
            <a:off x="11608357" y="6661463"/>
            <a:ext cx="581449" cy="165234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15"/>
          <p:cNvSpPr txBox="1"/>
          <p:nvPr>
            <p:ph idx="12" type="sldNum"/>
          </p:nvPr>
        </p:nvSpPr>
        <p:spPr>
          <a:xfrm>
            <a:off x="9824484" y="1"/>
            <a:ext cx="2367516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7" name="Google Shape;977;p15"/>
          <p:cNvSpPr txBox="1"/>
          <p:nvPr>
            <p:ph idx="11" type="ftr"/>
          </p:nvPr>
        </p:nvSpPr>
        <p:spPr>
          <a:xfrm>
            <a:off x="0" y="3175"/>
            <a:ext cx="34906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PUZ_08_스위치 퍼즐 시스템 기획서</a:t>
            </a:r>
            <a:endParaRPr/>
          </a:p>
        </p:txBody>
      </p:sp>
      <p:sp>
        <p:nvSpPr>
          <p:cNvPr id="978" name="Google Shape;978;p15"/>
          <p:cNvSpPr txBox="1"/>
          <p:nvPr/>
        </p:nvSpPr>
        <p:spPr>
          <a:xfrm>
            <a:off x="157882" y="624365"/>
            <a:ext cx="31576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| 조작</a:t>
            </a:r>
            <a:endParaRPr/>
          </a:p>
        </p:txBody>
      </p:sp>
      <p:sp>
        <p:nvSpPr>
          <p:cNvPr id="979" name="Google Shape;979;p15"/>
          <p:cNvSpPr txBox="1"/>
          <p:nvPr/>
        </p:nvSpPr>
        <p:spPr>
          <a:xfrm>
            <a:off x="524322" y="1113706"/>
            <a:ext cx="1114335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핸드 포인트 변경 콜리전 영역 50*20*40</a:t>
            </a:r>
            <a:endParaRPr/>
          </a:p>
        </p:txBody>
      </p:sp>
      <p:sp>
        <p:nvSpPr>
          <p:cNvPr id="980" name="Google Shape;980;p15"/>
          <p:cNvSpPr/>
          <p:nvPr/>
        </p:nvSpPr>
        <p:spPr>
          <a:xfrm>
            <a:off x="2009019" y="2672448"/>
            <a:ext cx="2963334" cy="1684866"/>
          </a:xfrm>
          <a:prstGeom prst="cube">
            <a:avLst>
              <a:gd fmla="val 60570" name="adj"/>
            </a:avLst>
          </a:prstGeom>
          <a:solidFill>
            <a:srgbClr val="FF0000">
              <a:alpha val="29803"/>
            </a:srgbClr>
          </a:solidFill>
          <a:ln cap="flat" cmpd="sng" w="1905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981" name="Google Shape;981;p15"/>
          <p:cNvCxnSpPr/>
          <p:nvPr/>
        </p:nvCxnSpPr>
        <p:spPr>
          <a:xfrm>
            <a:off x="1998133" y="4521200"/>
            <a:ext cx="1930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982" name="Google Shape;982;p15"/>
          <p:cNvCxnSpPr/>
          <p:nvPr/>
        </p:nvCxnSpPr>
        <p:spPr>
          <a:xfrm flipH="1" rot="10800000">
            <a:off x="4041020" y="3403600"/>
            <a:ext cx="1038980" cy="1117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983" name="Google Shape;983;p15"/>
          <p:cNvCxnSpPr/>
          <p:nvPr/>
        </p:nvCxnSpPr>
        <p:spPr>
          <a:xfrm rot="10800000">
            <a:off x="1833639" y="3666067"/>
            <a:ext cx="0" cy="766417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984" name="Google Shape;984;p15"/>
          <p:cNvSpPr txBox="1"/>
          <p:nvPr/>
        </p:nvSpPr>
        <p:spPr>
          <a:xfrm>
            <a:off x="2523068" y="4685087"/>
            <a:ext cx="71966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40cm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85" name="Google Shape;985;p15"/>
          <p:cNvSpPr txBox="1"/>
          <p:nvPr/>
        </p:nvSpPr>
        <p:spPr>
          <a:xfrm>
            <a:off x="4666344" y="3978038"/>
            <a:ext cx="71966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50cm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86" name="Google Shape;986;p15"/>
          <p:cNvSpPr txBox="1"/>
          <p:nvPr/>
        </p:nvSpPr>
        <p:spPr>
          <a:xfrm>
            <a:off x="1017209" y="3910775"/>
            <a:ext cx="71966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20cm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987" name="Google Shape;98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17517" y="2217076"/>
            <a:ext cx="4096831" cy="2595609"/>
          </a:xfrm>
          <a:prstGeom prst="rect">
            <a:avLst/>
          </a:prstGeom>
          <a:noFill/>
          <a:ln>
            <a:noFill/>
          </a:ln>
        </p:spPr>
      </p:pic>
      <p:sp>
        <p:nvSpPr>
          <p:cNvPr id="988" name="Google Shape;988;p15"/>
          <p:cNvSpPr/>
          <p:nvPr/>
        </p:nvSpPr>
        <p:spPr>
          <a:xfrm>
            <a:off x="6982757" y="2277533"/>
            <a:ext cx="3784600" cy="2328334"/>
          </a:xfrm>
          <a:custGeom>
            <a:rect b="b" l="l" r="r" t="t"/>
            <a:pathLst>
              <a:path extrusionOk="0" h="2328334" w="3784600">
                <a:moveTo>
                  <a:pt x="0" y="1989667"/>
                </a:moveTo>
                <a:lnTo>
                  <a:pt x="0" y="1024467"/>
                </a:lnTo>
                <a:lnTo>
                  <a:pt x="1811867" y="0"/>
                </a:lnTo>
                <a:lnTo>
                  <a:pt x="3784600" y="279400"/>
                </a:lnTo>
                <a:lnTo>
                  <a:pt x="3767667" y="1159934"/>
                </a:lnTo>
                <a:lnTo>
                  <a:pt x="1828800" y="2328334"/>
                </a:lnTo>
                <a:lnTo>
                  <a:pt x="0" y="1989667"/>
                </a:lnTo>
                <a:close/>
              </a:path>
            </a:pathLst>
          </a:custGeom>
          <a:solidFill>
            <a:srgbClr val="FF0000">
              <a:alpha val="29803"/>
            </a:srgbClr>
          </a:solidFill>
          <a:ln cap="flat" cmpd="sng" w="1905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989" name="Google Shape;989;p15"/>
          <p:cNvCxnSpPr>
            <a:stCxn id="988" idx="1"/>
          </p:cNvCxnSpPr>
          <p:nvPr/>
        </p:nvCxnSpPr>
        <p:spPr>
          <a:xfrm>
            <a:off x="6982757" y="3302000"/>
            <a:ext cx="1828800" cy="279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990" name="Google Shape;990;p15"/>
          <p:cNvCxnSpPr>
            <a:endCxn id="988" idx="5"/>
          </p:cNvCxnSpPr>
          <p:nvPr/>
        </p:nvCxnSpPr>
        <p:spPr>
          <a:xfrm>
            <a:off x="8811557" y="3581400"/>
            <a:ext cx="0" cy="1024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991" name="Google Shape;991;p15"/>
          <p:cNvCxnSpPr>
            <a:endCxn id="988" idx="3"/>
          </p:cNvCxnSpPr>
          <p:nvPr/>
        </p:nvCxnSpPr>
        <p:spPr>
          <a:xfrm flipH="1" rot="10800000">
            <a:off x="8811557" y="2556900"/>
            <a:ext cx="1955700" cy="1024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16"/>
          <p:cNvSpPr/>
          <p:nvPr/>
        </p:nvSpPr>
        <p:spPr>
          <a:xfrm>
            <a:off x="0" y="6661463"/>
            <a:ext cx="12192000" cy="196537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97" name="Google Shape;997;p16"/>
          <p:cNvSpPr/>
          <p:nvPr/>
        </p:nvSpPr>
        <p:spPr>
          <a:xfrm>
            <a:off x="0" y="0"/>
            <a:ext cx="12192000" cy="196537"/>
          </a:xfrm>
          <a:prstGeom prst="rect">
            <a:avLst/>
          </a:prstGeom>
          <a:gradFill>
            <a:gsLst>
              <a:gs pos="0">
                <a:srgbClr val="254061"/>
              </a:gs>
              <a:gs pos="50000">
                <a:srgbClr val="254061"/>
              </a:gs>
              <a:gs pos="77000">
                <a:srgbClr val="C1C5CD"/>
              </a:gs>
              <a:gs pos="100000">
                <a:srgbClr val="E1E2E5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98" name="Google Shape;998;p16"/>
          <p:cNvSpPr txBox="1"/>
          <p:nvPr/>
        </p:nvSpPr>
        <p:spPr>
          <a:xfrm>
            <a:off x="5463375" y="6628926"/>
            <a:ext cx="126305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Ver.1.0.0</a:t>
            </a:r>
            <a:endParaRPr b="1" sz="105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999" name="Google Shape;999;p16"/>
          <p:cNvPicPr preferRelativeResize="0"/>
          <p:nvPr/>
        </p:nvPicPr>
        <p:blipFill rotWithShape="1">
          <a:blip r:embed="rId3">
            <a:alphaModFix/>
          </a:blip>
          <a:srcRect b="0" l="0" r="0" t="7981"/>
          <a:stretch/>
        </p:blipFill>
        <p:spPr>
          <a:xfrm>
            <a:off x="11608357" y="6661463"/>
            <a:ext cx="581449" cy="165234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p16"/>
          <p:cNvSpPr txBox="1"/>
          <p:nvPr>
            <p:ph idx="12" type="sldNum"/>
          </p:nvPr>
        </p:nvSpPr>
        <p:spPr>
          <a:xfrm>
            <a:off x="9824484" y="1"/>
            <a:ext cx="2367516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1" name="Google Shape;1001;p16"/>
          <p:cNvSpPr txBox="1"/>
          <p:nvPr>
            <p:ph idx="11" type="ftr"/>
          </p:nvPr>
        </p:nvSpPr>
        <p:spPr>
          <a:xfrm>
            <a:off x="0" y="3175"/>
            <a:ext cx="34906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PUZ_08_스위치 퍼즐 시스템 기획서</a:t>
            </a:r>
            <a:endParaRPr/>
          </a:p>
        </p:txBody>
      </p:sp>
      <p:sp>
        <p:nvSpPr>
          <p:cNvPr id="1002" name="Google Shape;1002;p16"/>
          <p:cNvSpPr txBox="1"/>
          <p:nvPr/>
        </p:nvSpPr>
        <p:spPr>
          <a:xfrm>
            <a:off x="157882" y="624365"/>
            <a:ext cx="31576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| 조작</a:t>
            </a:r>
            <a:endParaRPr/>
          </a:p>
        </p:txBody>
      </p:sp>
      <p:sp>
        <p:nvSpPr>
          <p:cNvPr id="1003" name="Google Shape;1003;p16"/>
          <p:cNvSpPr txBox="1"/>
          <p:nvPr/>
        </p:nvSpPr>
        <p:spPr>
          <a:xfrm>
            <a:off x="524322" y="1113706"/>
            <a:ext cx="1114335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상호작용 가능 콜리전 영역</a:t>
            </a:r>
            <a:endParaRPr b="1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키 캡은 버튼이 완전히 눌렸을 때 색상이 변한다.</a:t>
            </a:r>
            <a:b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- </a:t>
            </a:r>
            <a:r>
              <a:rPr b="1" lang="en-US" sz="12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빨간색</a:t>
            </a: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-&gt; </a:t>
            </a:r>
            <a:r>
              <a:rPr b="1" lang="en-US" sz="1200">
                <a:solidFill>
                  <a:srgbClr val="92D050"/>
                </a:solidFill>
                <a:latin typeface="Malgun Gothic"/>
                <a:ea typeface="Malgun Gothic"/>
                <a:cs typeface="Malgun Gothic"/>
                <a:sym typeface="Malgun Gothic"/>
              </a:rPr>
              <a:t>녹색</a:t>
            </a:r>
            <a:endParaRPr b="1" sz="1200">
              <a:solidFill>
                <a:srgbClr val="92D05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끝까지 누르지 않았다면 키 캡은 변하지 않는다.</a:t>
            </a:r>
            <a:endParaRPr/>
          </a:p>
        </p:txBody>
      </p:sp>
      <p:grpSp>
        <p:nvGrpSpPr>
          <p:cNvPr id="1004" name="Google Shape;1004;p16"/>
          <p:cNvGrpSpPr/>
          <p:nvPr/>
        </p:nvGrpSpPr>
        <p:grpSpPr>
          <a:xfrm>
            <a:off x="524322" y="2410935"/>
            <a:ext cx="11470216" cy="3813957"/>
            <a:chOff x="524322" y="2580275"/>
            <a:chExt cx="11470216" cy="3813957"/>
          </a:xfrm>
        </p:grpSpPr>
        <p:sp>
          <p:nvSpPr>
            <p:cNvPr id="1005" name="Google Shape;1005;p16"/>
            <p:cNvSpPr/>
            <p:nvPr/>
          </p:nvSpPr>
          <p:spPr>
            <a:xfrm>
              <a:off x="1286405" y="4335498"/>
              <a:ext cx="1225817" cy="1165415"/>
            </a:xfrm>
            <a:prstGeom prst="cube">
              <a:avLst>
                <a:gd fmla="val 33365" name="adj"/>
              </a:avLst>
            </a:prstGeom>
            <a:solidFill>
              <a:srgbClr val="FF0000">
                <a:alpha val="29803"/>
              </a:srgbClr>
            </a:solidFill>
            <a:ln cap="flat" cmpd="sng" w="19050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1006" name="Google Shape;1006;p16"/>
            <p:cNvCxnSpPr/>
            <p:nvPr/>
          </p:nvCxnSpPr>
          <p:spPr>
            <a:xfrm>
              <a:off x="1286405" y="5656333"/>
              <a:ext cx="8382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1007" name="Google Shape;1007;p16"/>
            <p:cNvCxnSpPr/>
            <p:nvPr/>
          </p:nvCxnSpPr>
          <p:spPr>
            <a:xfrm flipH="1" rot="10800000">
              <a:off x="2188995" y="5237233"/>
              <a:ext cx="365644" cy="393312"/>
            </a:xfrm>
            <a:prstGeom prst="straightConnector1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1008" name="Google Shape;1008;p16"/>
            <p:cNvCxnSpPr/>
            <p:nvPr/>
          </p:nvCxnSpPr>
          <p:spPr>
            <a:xfrm rot="10800000">
              <a:off x="1153360" y="4725000"/>
              <a:ext cx="0" cy="775913"/>
            </a:xfrm>
            <a:prstGeom prst="straightConnector1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009" name="Google Shape;1009;p16"/>
            <p:cNvSpPr txBox="1"/>
            <p:nvPr/>
          </p:nvSpPr>
          <p:spPr>
            <a:xfrm>
              <a:off x="1345672" y="5718621"/>
              <a:ext cx="71966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7cm</a:t>
              </a:r>
              <a:endParaRPr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10" name="Google Shape;1010;p16"/>
            <p:cNvSpPr txBox="1"/>
            <p:nvPr/>
          </p:nvSpPr>
          <p:spPr>
            <a:xfrm>
              <a:off x="2245561" y="5420500"/>
              <a:ext cx="71966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7cm</a:t>
              </a:r>
              <a:endParaRPr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11" name="Google Shape;1011;p16"/>
            <p:cNvSpPr txBox="1"/>
            <p:nvPr/>
          </p:nvSpPr>
          <p:spPr>
            <a:xfrm>
              <a:off x="524322" y="4999367"/>
              <a:ext cx="71966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7cm</a:t>
              </a:r>
              <a:endParaRPr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012" name="Google Shape;1012;p16"/>
            <p:cNvGrpSpPr/>
            <p:nvPr/>
          </p:nvGrpSpPr>
          <p:grpSpPr>
            <a:xfrm>
              <a:off x="7650804" y="4180487"/>
              <a:ext cx="1588713" cy="1588714"/>
              <a:chOff x="8155516" y="2865703"/>
              <a:chExt cx="1588713" cy="1588714"/>
            </a:xfrm>
          </p:grpSpPr>
          <p:sp>
            <p:nvSpPr>
              <p:cNvPr id="1013" name="Google Shape;1013;p16"/>
              <p:cNvSpPr/>
              <p:nvPr/>
            </p:nvSpPr>
            <p:spPr>
              <a:xfrm>
                <a:off x="8155516" y="2865703"/>
                <a:ext cx="1588713" cy="1588713"/>
              </a:xfrm>
              <a:prstGeom prst="rect">
                <a:avLst/>
              </a:prstGeom>
              <a:solidFill>
                <a:srgbClr val="FF0000">
                  <a:alpha val="29803"/>
                </a:srgbClr>
              </a:solidFill>
              <a:ln cap="flat" cmpd="sng" w="31750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014" name="Google Shape;1014;p16"/>
              <p:cNvSpPr/>
              <p:nvPr/>
            </p:nvSpPr>
            <p:spPr>
              <a:xfrm>
                <a:off x="8155516" y="3490735"/>
                <a:ext cx="1588713" cy="963682"/>
              </a:xfrm>
              <a:custGeom>
                <a:rect b="b" l="l" r="r" t="t"/>
                <a:pathLst>
                  <a:path extrusionOk="0" h="573932" w="1534961">
                    <a:moveTo>
                      <a:pt x="639479" y="0"/>
                    </a:moveTo>
                    <a:lnTo>
                      <a:pt x="888754" y="0"/>
                    </a:lnTo>
                    <a:lnTo>
                      <a:pt x="888754" y="424702"/>
                    </a:lnTo>
                    <a:lnTo>
                      <a:pt x="1534961" y="424702"/>
                    </a:lnTo>
                    <a:lnTo>
                      <a:pt x="1534961" y="573932"/>
                    </a:lnTo>
                    <a:lnTo>
                      <a:pt x="0" y="573932"/>
                    </a:lnTo>
                    <a:lnTo>
                      <a:pt x="0" y="424702"/>
                    </a:lnTo>
                    <a:lnTo>
                      <a:pt x="639479" y="424702"/>
                    </a:lnTo>
                    <a:close/>
                  </a:path>
                </a:pathLst>
              </a:custGeom>
              <a:solidFill>
                <a:srgbClr val="757070"/>
              </a:solidFill>
              <a:ln cap="flat" cmpd="sng" w="19050">
                <a:solidFill>
                  <a:srgbClr val="1C305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015" name="Google Shape;1015;p16"/>
              <p:cNvSpPr/>
              <p:nvPr/>
            </p:nvSpPr>
            <p:spPr>
              <a:xfrm>
                <a:off x="8219074" y="3402247"/>
                <a:ext cx="1461596" cy="792349"/>
              </a:xfrm>
              <a:prstGeom prst="trapezoid">
                <a:avLst>
                  <a:gd fmla="val 26216" name="adj"/>
                </a:avLst>
              </a:prstGeom>
              <a:solidFill>
                <a:srgbClr val="92D050"/>
              </a:solidFill>
              <a:ln cap="flat" cmpd="sng" w="19050">
                <a:solidFill>
                  <a:srgbClr val="1C305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016" name="Google Shape;1016;p16"/>
            <p:cNvSpPr/>
            <p:nvPr/>
          </p:nvSpPr>
          <p:spPr>
            <a:xfrm>
              <a:off x="5831847" y="4178099"/>
              <a:ext cx="1588713" cy="1591102"/>
            </a:xfrm>
            <a:prstGeom prst="rect">
              <a:avLst/>
            </a:prstGeom>
            <a:solidFill>
              <a:srgbClr val="FF0000">
                <a:alpha val="29803"/>
              </a:srgbClr>
            </a:solidFill>
            <a:ln cap="flat" cmpd="sng" w="31750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17" name="Google Shape;1017;p16"/>
            <p:cNvSpPr/>
            <p:nvPr/>
          </p:nvSpPr>
          <p:spPr>
            <a:xfrm>
              <a:off x="5831846" y="4805519"/>
              <a:ext cx="1588713" cy="963682"/>
            </a:xfrm>
            <a:custGeom>
              <a:rect b="b" l="l" r="r" t="t"/>
              <a:pathLst>
                <a:path extrusionOk="0" h="573932" w="1534961">
                  <a:moveTo>
                    <a:pt x="639479" y="0"/>
                  </a:moveTo>
                  <a:lnTo>
                    <a:pt x="888754" y="0"/>
                  </a:lnTo>
                  <a:lnTo>
                    <a:pt x="888754" y="424702"/>
                  </a:lnTo>
                  <a:lnTo>
                    <a:pt x="1534961" y="424702"/>
                  </a:lnTo>
                  <a:lnTo>
                    <a:pt x="1534961" y="573932"/>
                  </a:lnTo>
                  <a:lnTo>
                    <a:pt x="0" y="573932"/>
                  </a:lnTo>
                  <a:lnTo>
                    <a:pt x="0" y="424702"/>
                  </a:lnTo>
                  <a:lnTo>
                    <a:pt x="639479" y="424702"/>
                  </a:lnTo>
                  <a:close/>
                </a:path>
              </a:pathLst>
            </a:custGeom>
            <a:solidFill>
              <a:srgbClr val="75707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18" name="Google Shape;1018;p16"/>
            <p:cNvSpPr/>
            <p:nvPr/>
          </p:nvSpPr>
          <p:spPr>
            <a:xfrm>
              <a:off x="5895404" y="4454193"/>
              <a:ext cx="1461596" cy="792349"/>
            </a:xfrm>
            <a:prstGeom prst="trapezoid">
              <a:avLst>
                <a:gd fmla="val 26216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019" name="Google Shape;1019;p16"/>
            <p:cNvGrpSpPr/>
            <p:nvPr/>
          </p:nvGrpSpPr>
          <p:grpSpPr>
            <a:xfrm>
              <a:off x="4012888" y="4180487"/>
              <a:ext cx="1588714" cy="1588714"/>
              <a:chOff x="4000166" y="2865703"/>
              <a:chExt cx="1588714" cy="1588714"/>
            </a:xfrm>
          </p:grpSpPr>
          <p:sp>
            <p:nvSpPr>
              <p:cNvPr id="1020" name="Google Shape;1020;p16"/>
              <p:cNvSpPr/>
              <p:nvPr/>
            </p:nvSpPr>
            <p:spPr>
              <a:xfrm>
                <a:off x="4000167" y="2865703"/>
                <a:ext cx="1588713" cy="1588713"/>
              </a:xfrm>
              <a:prstGeom prst="rect">
                <a:avLst/>
              </a:prstGeom>
              <a:solidFill>
                <a:srgbClr val="FF0000">
                  <a:alpha val="29803"/>
                </a:srgbClr>
              </a:solidFill>
              <a:ln cap="flat" cmpd="sng" w="31750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021" name="Google Shape;1021;p16"/>
              <p:cNvSpPr/>
              <p:nvPr/>
            </p:nvSpPr>
            <p:spPr>
              <a:xfrm>
                <a:off x="4000166" y="3490735"/>
                <a:ext cx="1588713" cy="963682"/>
              </a:xfrm>
              <a:custGeom>
                <a:rect b="b" l="l" r="r" t="t"/>
                <a:pathLst>
                  <a:path extrusionOk="0" h="573932" w="1534961">
                    <a:moveTo>
                      <a:pt x="639479" y="0"/>
                    </a:moveTo>
                    <a:lnTo>
                      <a:pt x="888754" y="0"/>
                    </a:lnTo>
                    <a:lnTo>
                      <a:pt x="888754" y="424702"/>
                    </a:lnTo>
                    <a:lnTo>
                      <a:pt x="1534961" y="424702"/>
                    </a:lnTo>
                    <a:lnTo>
                      <a:pt x="1534961" y="573932"/>
                    </a:lnTo>
                    <a:lnTo>
                      <a:pt x="0" y="573932"/>
                    </a:lnTo>
                    <a:lnTo>
                      <a:pt x="0" y="424702"/>
                    </a:lnTo>
                    <a:lnTo>
                      <a:pt x="639479" y="424702"/>
                    </a:lnTo>
                    <a:close/>
                  </a:path>
                </a:pathLst>
              </a:custGeom>
              <a:solidFill>
                <a:srgbClr val="757070"/>
              </a:solidFill>
              <a:ln cap="flat" cmpd="sng" w="19050">
                <a:solidFill>
                  <a:srgbClr val="1C305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022" name="Google Shape;1022;p16"/>
              <p:cNvSpPr/>
              <p:nvPr/>
            </p:nvSpPr>
            <p:spPr>
              <a:xfrm>
                <a:off x="4063724" y="2890303"/>
                <a:ext cx="1461596" cy="792349"/>
              </a:xfrm>
              <a:prstGeom prst="trapezoid">
                <a:avLst>
                  <a:gd fmla="val 26216" name="adj"/>
                </a:avLst>
              </a:prstGeom>
              <a:solidFill>
                <a:srgbClr val="FF0000"/>
              </a:solidFill>
              <a:ln cap="flat" cmpd="sng" w="19050">
                <a:solidFill>
                  <a:srgbClr val="1C305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023" name="Google Shape;1023;p16"/>
            <p:cNvSpPr/>
            <p:nvPr/>
          </p:nvSpPr>
          <p:spPr>
            <a:xfrm>
              <a:off x="9469762" y="4580677"/>
              <a:ext cx="1588713" cy="1188523"/>
            </a:xfrm>
            <a:prstGeom prst="rect">
              <a:avLst/>
            </a:prstGeom>
            <a:solidFill>
              <a:srgbClr val="FF0000">
                <a:alpha val="29803"/>
              </a:srgbClr>
            </a:solidFill>
            <a:ln cap="flat" cmpd="sng" w="31750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24" name="Google Shape;1024;p16"/>
            <p:cNvSpPr/>
            <p:nvPr/>
          </p:nvSpPr>
          <p:spPr>
            <a:xfrm>
              <a:off x="9469762" y="4805519"/>
              <a:ext cx="1588713" cy="963682"/>
            </a:xfrm>
            <a:custGeom>
              <a:rect b="b" l="l" r="r" t="t"/>
              <a:pathLst>
                <a:path extrusionOk="0" h="573932" w="1534961">
                  <a:moveTo>
                    <a:pt x="639479" y="0"/>
                  </a:moveTo>
                  <a:lnTo>
                    <a:pt x="888754" y="0"/>
                  </a:lnTo>
                  <a:lnTo>
                    <a:pt x="888754" y="424702"/>
                  </a:lnTo>
                  <a:lnTo>
                    <a:pt x="1534961" y="424702"/>
                  </a:lnTo>
                  <a:lnTo>
                    <a:pt x="1534961" y="573932"/>
                  </a:lnTo>
                  <a:lnTo>
                    <a:pt x="0" y="573932"/>
                  </a:lnTo>
                  <a:lnTo>
                    <a:pt x="0" y="424702"/>
                  </a:lnTo>
                  <a:lnTo>
                    <a:pt x="639479" y="424702"/>
                  </a:lnTo>
                  <a:close/>
                </a:path>
              </a:pathLst>
            </a:custGeom>
            <a:solidFill>
              <a:srgbClr val="75707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25" name="Google Shape;1025;p16"/>
            <p:cNvSpPr/>
            <p:nvPr/>
          </p:nvSpPr>
          <p:spPr>
            <a:xfrm>
              <a:off x="9533320" y="4580677"/>
              <a:ext cx="1461596" cy="792349"/>
            </a:xfrm>
            <a:prstGeom prst="trapezoid">
              <a:avLst>
                <a:gd fmla="val 26216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1026" name="Google Shape;1026;p16"/>
            <p:cNvCxnSpPr/>
            <p:nvPr/>
          </p:nvCxnSpPr>
          <p:spPr>
            <a:xfrm>
              <a:off x="4625338" y="6039184"/>
              <a:ext cx="5898729" cy="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027" name="Google Shape;1027;p16"/>
            <p:cNvSpPr txBox="1"/>
            <p:nvPr/>
          </p:nvSpPr>
          <p:spPr>
            <a:xfrm>
              <a:off x="7052763" y="6148011"/>
              <a:ext cx="1043877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연출 진행 순서</a:t>
              </a:r>
              <a:endParaRPr/>
            </a:p>
          </p:txBody>
        </p:sp>
        <p:pic>
          <p:nvPicPr>
            <p:cNvPr descr="클립아트, 그래픽, 그래픽 디자인, 디자인이(가) 표시된 사진&#10;&#10;AI가 생성한 콘텐츠는 부정확할 수 있습니다." id="1028" name="Google Shape;1028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4385887" y="2911487"/>
              <a:ext cx="1268999" cy="1268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클립아트, 그래픽, 그래픽 디자인, 디자인이(가) 표시된 사진&#10;&#10;AI가 생성한 콘텐츠는 부정확할 수 있습니다." id="1029" name="Google Shape;1029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6119781" y="3182882"/>
              <a:ext cx="1268999" cy="1268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클립아트, 그래픽, 그래픽 디자인, 디자인이(가) 표시된 사진&#10;&#10;AI가 생성한 콘텐츠는 부정확할 수 있습니다." id="1030" name="Google Shape;1030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8002297" y="3445239"/>
              <a:ext cx="1268999" cy="1268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클립아트, 그래픽, 그래픽 디자인, 디자인이(가) 표시된 사진&#10;&#10;AI가 생성한 콘텐츠는 부정확할 수 있습니다." id="1031" name="Google Shape;1031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 rot="1777584">
              <a:off x="10494829" y="2810985"/>
              <a:ext cx="1268999" cy="1268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2" name="Google Shape;1032;p16"/>
            <p:cNvSpPr/>
            <p:nvPr/>
          </p:nvSpPr>
          <p:spPr>
            <a:xfrm>
              <a:off x="6620528" y="2939114"/>
              <a:ext cx="304800" cy="615351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rgbClr val="FFFF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33" name="Google Shape;1033;p16"/>
            <p:cNvSpPr/>
            <p:nvPr/>
          </p:nvSpPr>
          <p:spPr>
            <a:xfrm rot="-9000000">
              <a:off x="11262748" y="2667371"/>
              <a:ext cx="304800" cy="615351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rgbClr val="FFFF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34" name="Google Shape;1034;p16"/>
            <p:cNvSpPr/>
            <p:nvPr/>
          </p:nvSpPr>
          <p:spPr>
            <a:xfrm>
              <a:off x="8530224" y="3287138"/>
              <a:ext cx="304800" cy="615351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rgbClr val="FFFF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17"/>
          <p:cNvSpPr/>
          <p:nvPr/>
        </p:nvSpPr>
        <p:spPr>
          <a:xfrm>
            <a:off x="0" y="6661463"/>
            <a:ext cx="12192000" cy="196537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40" name="Google Shape;1040;p17"/>
          <p:cNvSpPr/>
          <p:nvPr/>
        </p:nvSpPr>
        <p:spPr>
          <a:xfrm>
            <a:off x="0" y="0"/>
            <a:ext cx="12192000" cy="196537"/>
          </a:xfrm>
          <a:prstGeom prst="rect">
            <a:avLst/>
          </a:prstGeom>
          <a:gradFill>
            <a:gsLst>
              <a:gs pos="0">
                <a:srgbClr val="254061"/>
              </a:gs>
              <a:gs pos="50000">
                <a:srgbClr val="254061"/>
              </a:gs>
              <a:gs pos="77000">
                <a:srgbClr val="C1C5CD"/>
              </a:gs>
              <a:gs pos="100000">
                <a:srgbClr val="E1E2E5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41" name="Google Shape;1041;p17"/>
          <p:cNvSpPr txBox="1"/>
          <p:nvPr/>
        </p:nvSpPr>
        <p:spPr>
          <a:xfrm>
            <a:off x="5463375" y="6628926"/>
            <a:ext cx="126305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Ver.1.0.0</a:t>
            </a:r>
            <a:endParaRPr b="1" sz="105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042" name="Google Shape;1042;p17"/>
          <p:cNvPicPr preferRelativeResize="0"/>
          <p:nvPr/>
        </p:nvPicPr>
        <p:blipFill rotWithShape="1">
          <a:blip r:embed="rId3">
            <a:alphaModFix/>
          </a:blip>
          <a:srcRect b="0" l="0" r="0" t="7981"/>
          <a:stretch/>
        </p:blipFill>
        <p:spPr>
          <a:xfrm>
            <a:off x="11608357" y="6661463"/>
            <a:ext cx="581449" cy="165234"/>
          </a:xfrm>
          <a:prstGeom prst="rect">
            <a:avLst/>
          </a:prstGeom>
          <a:noFill/>
          <a:ln>
            <a:noFill/>
          </a:ln>
        </p:spPr>
      </p:pic>
      <p:sp>
        <p:nvSpPr>
          <p:cNvPr id="1043" name="Google Shape;1043;p17"/>
          <p:cNvSpPr txBox="1"/>
          <p:nvPr>
            <p:ph idx="12" type="sldNum"/>
          </p:nvPr>
        </p:nvSpPr>
        <p:spPr>
          <a:xfrm>
            <a:off x="9824484" y="1"/>
            <a:ext cx="2367516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4" name="Google Shape;1044;p17"/>
          <p:cNvSpPr txBox="1"/>
          <p:nvPr>
            <p:ph idx="11" type="ftr"/>
          </p:nvPr>
        </p:nvSpPr>
        <p:spPr>
          <a:xfrm>
            <a:off x="0" y="3175"/>
            <a:ext cx="34906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PUZ_08_스위치 퍼즐 시스템 기획서</a:t>
            </a:r>
            <a:endParaRPr/>
          </a:p>
        </p:txBody>
      </p:sp>
      <p:sp>
        <p:nvSpPr>
          <p:cNvPr id="1045" name="Google Shape;1045;p17"/>
          <p:cNvSpPr txBox="1"/>
          <p:nvPr/>
        </p:nvSpPr>
        <p:spPr>
          <a:xfrm>
            <a:off x="157882" y="624365"/>
            <a:ext cx="31576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| 조작</a:t>
            </a:r>
            <a:endParaRPr/>
          </a:p>
        </p:txBody>
      </p:sp>
      <p:sp>
        <p:nvSpPr>
          <p:cNvPr id="1046" name="Google Shape;1046;p17"/>
          <p:cNvSpPr txBox="1"/>
          <p:nvPr/>
        </p:nvSpPr>
        <p:spPr>
          <a:xfrm>
            <a:off x="524322" y="1113706"/>
            <a:ext cx="11143356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상호작용 가능 콜리전 영역</a:t>
            </a:r>
            <a:endParaRPr b="1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키 캡은 버튼이 완전히 눌렸을 때 색상이 변한다.</a:t>
            </a:r>
            <a:b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- </a:t>
            </a:r>
            <a:r>
              <a:rPr b="1" lang="en-US" sz="1200">
                <a:solidFill>
                  <a:srgbClr val="92D050"/>
                </a:solidFill>
                <a:latin typeface="Malgun Gothic"/>
                <a:ea typeface="Malgun Gothic"/>
                <a:cs typeface="Malgun Gothic"/>
                <a:sym typeface="Malgun Gothic"/>
              </a:rPr>
              <a:t>녹색</a:t>
            </a: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-&gt; </a:t>
            </a:r>
            <a:r>
              <a:rPr b="1" lang="en-US" sz="12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빨간색</a:t>
            </a:r>
            <a:b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끝까지 누르지 않았다면 키 캡은 변하지 않는다.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047" name="Google Shape;1047;p17"/>
          <p:cNvGrpSpPr/>
          <p:nvPr/>
        </p:nvGrpSpPr>
        <p:grpSpPr>
          <a:xfrm flipH="1">
            <a:off x="4012888" y="4008759"/>
            <a:ext cx="7045587" cy="1591102"/>
            <a:chOff x="4012888" y="4178099"/>
            <a:chExt cx="7045587" cy="1591102"/>
          </a:xfrm>
        </p:grpSpPr>
        <p:grpSp>
          <p:nvGrpSpPr>
            <p:cNvPr id="1048" name="Google Shape;1048;p17"/>
            <p:cNvGrpSpPr/>
            <p:nvPr/>
          </p:nvGrpSpPr>
          <p:grpSpPr>
            <a:xfrm>
              <a:off x="7650804" y="4578511"/>
              <a:ext cx="1588714" cy="1190690"/>
              <a:chOff x="8155516" y="3263727"/>
              <a:chExt cx="1588714" cy="1190690"/>
            </a:xfrm>
          </p:grpSpPr>
          <p:sp>
            <p:nvSpPr>
              <p:cNvPr id="1049" name="Google Shape;1049;p17"/>
              <p:cNvSpPr/>
              <p:nvPr/>
            </p:nvSpPr>
            <p:spPr>
              <a:xfrm>
                <a:off x="8155517" y="3263727"/>
                <a:ext cx="1588713" cy="1190689"/>
              </a:xfrm>
              <a:prstGeom prst="rect">
                <a:avLst/>
              </a:prstGeom>
              <a:solidFill>
                <a:srgbClr val="FF0000">
                  <a:alpha val="29803"/>
                </a:srgbClr>
              </a:solidFill>
              <a:ln cap="flat" cmpd="sng" w="31750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050" name="Google Shape;1050;p17"/>
              <p:cNvSpPr/>
              <p:nvPr/>
            </p:nvSpPr>
            <p:spPr>
              <a:xfrm>
                <a:off x="8155516" y="3490735"/>
                <a:ext cx="1588713" cy="963682"/>
              </a:xfrm>
              <a:custGeom>
                <a:rect b="b" l="l" r="r" t="t"/>
                <a:pathLst>
                  <a:path extrusionOk="0" h="573932" w="1534961">
                    <a:moveTo>
                      <a:pt x="639479" y="0"/>
                    </a:moveTo>
                    <a:lnTo>
                      <a:pt x="888754" y="0"/>
                    </a:lnTo>
                    <a:lnTo>
                      <a:pt x="888754" y="424702"/>
                    </a:lnTo>
                    <a:lnTo>
                      <a:pt x="1534961" y="424702"/>
                    </a:lnTo>
                    <a:lnTo>
                      <a:pt x="1534961" y="573932"/>
                    </a:lnTo>
                    <a:lnTo>
                      <a:pt x="0" y="573932"/>
                    </a:lnTo>
                    <a:lnTo>
                      <a:pt x="0" y="424702"/>
                    </a:lnTo>
                    <a:lnTo>
                      <a:pt x="639479" y="424702"/>
                    </a:lnTo>
                    <a:close/>
                  </a:path>
                </a:pathLst>
              </a:custGeom>
              <a:solidFill>
                <a:srgbClr val="757070"/>
              </a:solidFill>
              <a:ln cap="flat" cmpd="sng" w="19050">
                <a:solidFill>
                  <a:srgbClr val="1C305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051" name="Google Shape;1051;p17"/>
              <p:cNvSpPr/>
              <p:nvPr/>
            </p:nvSpPr>
            <p:spPr>
              <a:xfrm>
                <a:off x="8219074" y="3402247"/>
                <a:ext cx="1461596" cy="792349"/>
              </a:xfrm>
              <a:prstGeom prst="trapezoid">
                <a:avLst>
                  <a:gd fmla="val 26216" name="adj"/>
                </a:avLst>
              </a:prstGeom>
              <a:solidFill>
                <a:srgbClr val="92D050"/>
              </a:solidFill>
              <a:ln cap="flat" cmpd="sng" w="19050">
                <a:solidFill>
                  <a:srgbClr val="1C305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052" name="Google Shape;1052;p17"/>
            <p:cNvSpPr/>
            <p:nvPr/>
          </p:nvSpPr>
          <p:spPr>
            <a:xfrm>
              <a:off x="5831847" y="4178099"/>
              <a:ext cx="1588713" cy="1591102"/>
            </a:xfrm>
            <a:prstGeom prst="rect">
              <a:avLst/>
            </a:prstGeom>
            <a:solidFill>
              <a:srgbClr val="FF0000">
                <a:alpha val="29803"/>
              </a:srgbClr>
            </a:solidFill>
            <a:ln cap="flat" cmpd="sng" w="31750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53" name="Google Shape;1053;p17"/>
            <p:cNvSpPr/>
            <p:nvPr/>
          </p:nvSpPr>
          <p:spPr>
            <a:xfrm>
              <a:off x="5831846" y="4805519"/>
              <a:ext cx="1588713" cy="963682"/>
            </a:xfrm>
            <a:custGeom>
              <a:rect b="b" l="l" r="r" t="t"/>
              <a:pathLst>
                <a:path extrusionOk="0" h="573932" w="1534961">
                  <a:moveTo>
                    <a:pt x="639479" y="0"/>
                  </a:moveTo>
                  <a:lnTo>
                    <a:pt x="888754" y="0"/>
                  </a:lnTo>
                  <a:lnTo>
                    <a:pt x="888754" y="424702"/>
                  </a:lnTo>
                  <a:lnTo>
                    <a:pt x="1534961" y="424702"/>
                  </a:lnTo>
                  <a:lnTo>
                    <a:pt x="1534961" y="573932"/>
                  </a:lnTo>
                  <a:lnTo>
                    <a:pt x="0" y="573932"/>
                  </a:lnTo>
                  <a:lnTo>
                    <a:pt x="0" y="424702"/>
                  </a:lnTo>
                  <a:lnTo>
                    <a:pt x="639479" y="424702"/>
                  </a:lnTo>
                  <a:close/>
                </a:path>
              </a:pathLst>
            </a:custGeom>
            <a:solidFill>
              <a:srgbClr val="75707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54" name="Google Shape;1054;p17"/>
            <p:cNvSpPr/>
            <p:nvPr/>
          </p:nvSpPr>
          <p:spPr>
            <a:xfrm>
              <a:off x="5895404" y="4454193"/>
              <a:ext cx="1461596" cy="792349"/>
            </a:xfrm>
            <a:prstGeom prst="trapezoid">
              <a:avLst>
                <a:gd fmla="val 26216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055" name="Google Shape;1055;p17"/>
            <p:cNvGrpSpPr/>
            <p:nvPr/>
          </p:nvGrpSpPr>
          <p:grpSpPr>
            <a:xfrm>
              <a:off x="4012888" y="4180487"/>
              <a:ext cx="1588714" cy="1588714"/>
              <a:chOff x="4000166" y="2865703"/>
              <a:chExt cx="1588714" cy="1588714"/>
            </a:xfrm>
          </p:grpSpPr>
          <p:sp>
            <p:nvSpPr>
              <p:cNvPr id="1056" name="Google Shape;1056;p17"/>
              <p:cNvSpPr/>
              <p:nvPr/>
            </p:nvSpPr>
            <p:spPr>
              <a:xfrm>
                <a:off x="4000167" y="2865703"/>
                <a:ext cx="1588713" cy="1588713"/>
              </a:xfrm>
              <a:prstGeom prst="rect">
                <a:avLst/>
              </a:prstGeom>
              <a:solidFill>
                <a:srgbClr val="FF0000">
                  <a:alpha val="29803"/>
                </a:srgbClr>
              </a:solidFill>
              <a:ln cap="flat" cmpd="sng" w="31750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057" name="Google Shape;1057;p17"/>
              <p:cNvSpPr/>
              <p:nvPr/>
            </p:nvSpPr>
            <p:spPr>
              <a:xfrm>
                <a:off x="4000166" y="3490735"/>
                <a:ext cx="1588713" cy="963682"/>
              </a:xfrm>
              <a:custGeom>
                <a:rect b="b" l="l" r="r" t="t"/>
                <a:pathLst>
                  <a:path extrusionOk="0" h="573932" w="1534961">
                    <a:moveTo>
                      <a:pt x="639479" y="0"/>
                    </a:moveTo>
                    <a:lnTo>
                      <a:pt x="888754" y="0"/>
                    </a:lnTo>
                    <a:lnTo>
                      <a:pt x="888754" y="424702"/>
                    </a:lnTo>
                    <a:lnTo>
                      <a:pt x="1534961" y="424702"/>
                    </a:lnTo>
                    <a:lnTo>
                      <a:pt x="1534961" y="573932"/>
                    </a:lnTo>
                    <a:lnTo>
                      <a:pt x="0" y="573932"/>
                    </a:lnTo>
                    <a:lnTo>
                      <a:pt x="0" y="424702"/>
                    </a:lnTo>
                    <a:lnTo>
                      <a:pt x="639479" y="424702"/>
                    </a:lnTo>
                    <a:close/>
                  </a:path>
                </a:pathLst>
              </a:custGeom>
              <a:solidFill>
                <a:srgbClr val="757070"/>
              </a:solidFill>
              <a:ln cap="flat" cmpd="sng" w="19050">
                <a:solidFill>
                  <a:srgbClr val="1C305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058" name="Google Shape;1058;p17"/>
              <p:cNvSpPr/>
              <p:nvPr/>
            </p:nvSpPr>
            <p:spPr>
              <a:xfrm>
                <a:off x="4063724" y="2890303"/>
                <a:ext cx="1461596" cy="792349"/>
              </a:xfrm>
              <a:prstGeom prst="trapezoid">
                <a:avLst>
                  <a:gd fmla="val 26216" name="adj"/>
                </a:avLst>
              </a:prstGeom>
              <a:solidFill>
                <a:srgbClr val="FF0000"/>
              </a:solidFill>
              <a:ln cap="flat" cmpd="sng" w="19050">
                <a:solidFill>
                  <a:srgbClr val="1C305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059" name="Google Shape;1059;p17"/>
            <p:cNvSpPr/>
            <p:nvPr/>
          </p:nvSpPr>
          <p:spPr>
            <a:xfrm>
              <a:off x="9469762" y="4580677"/>
              <a:ext cx="1588713" cy="1188523"/>
            </a:xfrm>
            <a:prstGeom prst="rect">
              <a:avLst/>
            </a:prstGeom>
            <a:solidFill>
              <a:srgbClr val="FF0000">
                <a:alpha val="29803"/>
              </a:srgbClr>
            </a:solidFill>
            <a:ln cap="flat" cmpd="sng" w="31750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60" name="Google Shape;1060;p17"/>
            <p:cNvSpPr/>
            <p:nvPr/>
          </p:nvSpPr>
          <p:spPr>
            <a:xfrm>
              <a:off x="9469762" y="4805519"/>
              <a:ext cx="1588713" cy="963682"/>
            </a:xfrm>
            <a:custGeom>
              <a:rect b="b" l="l" r="r" t="t"/>
              <a:pathLst>
                <a:path extrusionOk="0" h="573932" w="1534961">
                  <a:moveTo>
                    <a:pt x="639479" y="0"/>
                  </a:moveTo>
                  <a:lnTo>
                    <a:pt x="888754" y="0"/>
                  </a:lnTo>
                  <a:lnTo>
                    <a:pt x="888754" y="424702"/>
                  </a:lnTo>
                  <a:lnTo>
                    <a:pt x="1534961" y="424702"/>
                  </a:lnTo>
                  <a:lnTo>
                    <a:pt x="1534961" y="573932"/>
                  </a:lnTo>
                  <a:lnTo>
                    <a:pt x="0" y="573932"/>
                  </a:lnTo>
                  <a:lnTo>
                    <a:pt x="0" y="424702"/>
                  </a:lnTo>
                  <a:lnTo>
                    <a:pt x="639479" y="424702"/>
                  </a:lnTo>
                  <a:close/>
                </a:path>
              </a:pathLst>
            </a:custGeom>
            <a:solidFill>
              <a:srgbClr val="75707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61" name="Google Shape;1061;p17"/>
            <p:cNvSpPr/>
            <p:nvPr/>
          </p:nvSpPr>
          <p:spPr>
            <a:xfrm>
              <a:off x="9533320" y="4580677"/>
              <a:ext cx="1461596" cy="792349"/>
            </a:xfrm>
            <a:prstGeom prst="trapezoid">
              <a:avLst>
                <a:gd fmla="val 26216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062" name="Google Shape;1062;p17"/>
          <p:cNvSpPr txBox="1"/>
          <p:nvPr/>
        </p:nvSpPr>
        <p:spPr>
          <a:xfrm>
            <a:off x="1345672" y="5557748"/>
            <a:ext cx="71966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7cm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63" name="Google Shape;1063;p17"/>
          <p:cNvSpPr/>
          <p:nvPr/>
        </p:nvSpPr>
        <p:spPr>
          <a:xfrm>
            <a:off x="1286403" y="4465046"/>
            <a:ext cx="1225817" cy="878706"/>
          </a:xfrm>
          <a:prstGeom prst="cube">
            <a:avLst>
              <a:gd fmla="val 44188" name="adj"/>
            </a:avLst>
          </a:prstGeom>
          <a:solidFill>
            <a:srgbClr val="FF0000">
              <a:alpha val="29803"/>
            </a:srgbClr>
          </a:solidFill>
          <a:ln cap="flat" cmpd="sng" w="1905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64" name="Google Shape;1064;p17"/>
          <p:cNvCxnSpPr/>
          <p:nvPr/>
        </p:nvCxnSpPr>
        <p:spPr>
          <a:xfrm>
            <a:off x="1286403" y="5499171"/>
            <a:ext cx="838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065" name="Google Shape;1065;p17"/>
          <p:cNvCxnSpPr/>
          <p:nvPr/>
        </p:nvCxnSpPr>
        <p:spPr>
          <a:xfrm flipH="1" rot="10800000">
            <a:off x="2188993" y="5080071"/>
            <a:ext cx="365644" cy="393312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066" name="Google Shape;1066;p17"/>
          <p:cNvCxnSpPr/>
          <p:nvPr/>
        </p:nvCxnSpPr>
        <p:spPr>
          <a:xfrm rot="10800000">
            <a:off x="1153358" y="4842205"/>
            <a:ext cx="0" cy="501546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067" name="Google Shape;1067;p17"/>
          <p:cNvSpPr txBox="1"/>
          <p:nvPr/>
        </p:nvSpPr>
        <p:spPr>
          <a:xfrm>
            <a:off x="2245559" y="5263338"/>
            <a:ext cx="71966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7cm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68" name="Google Shape;1068;p17"/>
          <p:cNvSpPr txBox="1"/>
          <p:nvPr/>
        </p:nvSpPr>
        <p:spPr>
          <a:xfrm>
            <a:off x="524320" y="4944521"/>
            <a:ext cx="71966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5cm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클립아트, 그래픽, 그래픽 디자인, 디자인이(가) 표시된 사진&#10;&#10;AI가 생성한 콘텐츠는 부정확할 수 있습니다." id="1069" name="Google Shape;106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364379" y="3140172"/>
            <a:ext cx="1268999" cy="1268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클립아트, 그래픽, 그래픽 디자인, 디자인이(가) 표시된 사진&#10;&#10;AI가 생성한 콘텐츠는 부정확할 수 있습니다." id="1070" name="Google Shape;107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6146308" y="3284366"/>
            <a:ext cx="1268999" cy="1268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클립아트, 그래픽, 그래픽 디자인, 디자인이(가) 표시된 사진&#10;&#10;AI가 생성한 콘텐츠는 부정확할 수 있습니다." id="1071" name="Google Shape;107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7928237" y="2986101"/>
            <a:ext cx="1268999" cy="1268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클립아트, 그래픽, 그래픽 디자인, 디자인이(가) 표시된 사진&#10;&#10;AI가 생성한 콘텐츠는 부정확할 수 있습니다." id="1072" name="Google Shape;107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777584">
            <a:off x="10494829" y="2365747"/>
            <a:ext cx="1268999" cy="1268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17"/>
          <p:cNvSpPr/>
          <p:nvPr/>
        </p:nvSpPr>
        <p:spPr>
          <a:xfrm>
            <a:off x="6680200" y="3014383"/>
            <a:ext cx="304800" cy="615351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4" name="Google Shape;1074;p17"/>
          <p:cNvSpPr/>
          <p:nvPr/>
        </p:nvSpPr>
        <p:spPr>
          <a:xfrm rot="10800000">
            <a:off x="8443748" y="2744561"/>
            <a:ext cx="304800" cy="615351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5" name="Google Shape;1075;p17"/>
          <p:cNvSpPr/>
          <p:nvPr/>
        </p:nvSpPr>
        <p:spPr>
          <a:xfrm rot="-9000000">
            <a:off x="11262747" y="2223465"/>
            <a:ext cx="304800" cy="615351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76" name="Google Shape;1076;p17"/>
          <p:cNvCxnSpPr/>
          <p:nvPr/>
        </p:nvCxnSpPr>
        <p:spPr>
          <a:xfrm>
            <a:off x="4625338" y="5869844"/>
            <a:ext cx="5898729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77" name="Google Shape;1077;p17"/>
          <p:cNvSpPr txBox="1"/>
          <p:nvPr/>
        </p:nvSpPr>
        <p:spPr>
          <a:xfrm>
            <a:off x="7052763" y="5978671"/>
            <a:ext cx="104387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연출 진행 순서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18"/>
          <p:cNvSpPr/>
          <p:nvPr/>
        </p:nvSpPr>
        <p:spPr>
          <a:xfrm>
            <a:off x="0" y="6661463"/>
            <a:ext cx="12192000" cy="196537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3" name="Google Shape;1083;p18"/>
          <p:cNvSpPr/>
          <p:nvPr/>
        </p:nvSpPr>
        <p:spPr>
          <a:xfrm>
            <a:off x="0" y="0"/>
            <a:ext cx="12192000" cy="196537"/>
          </a:xfrm>
          <a:prstGeom prst="rect">
            <a:avLst/>
          </a:prstGeom>
          <a:gradFill>
            <a:gsLst>
              <a:gs pos="0">
                <a:srgbClr val="254061"/>
              </a:gs>
              <a:gs pos="50000">
                <a:srgbClr val="254061"/>
              </a:gs>
              <a:gs pos="77000">
                <a:srgbClr val="C1C5CD"/>
              </a:gs>
              <a:gs pos="100000">
                <a:srgbClr val="E1E2E5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4" name="Google Shape;1084;p18"/>
          <p:cNvSpPr txBox="1"/>
          <p:nvPr/>
        </p:nvSpPr>
        <p:spPr>
          <a:xfrm>
            <a:off x="5463375" y="6628926"/>
            <a:ext cx="126305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Ver.1.0.0</a:t>
            </a:r>
            <a:endParaRPr b="1" sz="105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085" name="Google Shape;1085;p18"/>
          <p:cNvPicPr preferRelativeResize="0"/>
          <p:nvPr/>
        </p:nvPicPr>
        <p:blipFill rotWithShape="1">
          <a:blip r:embed="rId3">
            <a:alphaModFix/>
          </a:blip>
          <a:srcRect b="0" l="0" r="0" t="7981"/>
          <a:stretch/>
        </p:blipFill>
        <p:spPr>
          <a:xfrm>
            <a:off x="11608357" y="6661463"/>
            <a:ext cx="581449" cy="165234"/>
          </a:xfrm>
          <a:prstGeom prst="rect">
            <a:avLst/>
          </a:prstGeom>
          <a:noFill/>
          <a:ln>
            <a:noFill/>
          </a:ln>
        </p:spPr>
      </p:pic>
      <p:sp>
        <p:nvSpPr>
          <p:cNvPr id="1086" name="Google Shape;1086;p18"/>
          <p:cNvSpPr txBox="1"/>
          <p:nvPr>
            <p:ph idx="12" type="sldNum"/>
          </p:nvPr>
        </p:nvSpPr>
        <p:spPr>
          <a:xfrm>
            <a:off x="9824484" y="1"/>
            <a:ext cx="2367516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7" name="Google Shape;1087;p18"/>
          <p:cNvSpPr txBox="1"/>
          <p:nvPr>
            <p:ph idx="11" type="ftr"/>
          </p:nvPr>
        </p:nvSpPr>
        <p:spPr>
          <a:xfrm>
            <a:off x="0" y="3175"/>
            <a:ext cx="34906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PUZ_08_스위치 퍼즐 시스템 기획서</a:t>
            </a:r>
            <a:endParaRPr/>
          </a:p>
        </p:txBody>
      </p:sp>
      <p:sp>
        <p:nvSpPr>
          <p:cNvPr id="1088" name="Google Shape;1088;p18"/>
          <p:cNvSpPr txBox="1"/>
          <p:nvPr/>
        </p:nvSpPr>
        <p:spPr>
          <a:xfrm>
            <a:off x="157882" y="624365"/>
            <a:ext cx="31576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| 조작</a:t>
            </a:r>
            <a:endParaRPr/>
          </a:p>
        </p:txBody>
      </p:sp>
      <p:sp>
        <p:nvSpPr>
          <p:cNvPr id="1089" name="Google Shape;1089;p18"/>
          <p:cNvSpPr txBox="1"/>
          <p:nvPr/>
        </p:nvSpPr>
        <p:spPr>
          <a:xfrm>
            <a:off x="524322" y="1113706"/>
            <a:ext cx="11143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예외 상황</a:t>
            </a:r>
            <a:endParaRPr b="1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손이 옆으로 들어갈 시 콜리전의 중앙에 가까워 질 수 록 키 캡이 눌린다.</a:t>
            </a:r>
            <a:endParaRPr b="1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•"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양손을 사용한 동시 터치는 할 수 없다.</a:t>
            </a:r>
            <a:b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콜리전에 먼저 들어간 손만 인식된다.</a:t>
            </a:r>
            <a:endParaRPr b="1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090" name="Google Shape;1090;p18"/>
          <p:cNvGrpSpPr/>
          <p:nvPr/>
        </p:nvGrpSpPr>
        <p:grpSpPr>
          <a:xfrm>
            <a:off x="6686022" y="3429000"/>
            <a:ext cx="1588713" cy="1588714"/>
            <a:chOff x="8155516" y="2865703"/>
            <a:chExt cx="1588713" cy="1588714"/>
          </a:xfrm>
        </p:grpSpPr>
        <p:sp>
          <p:nvSpPr>
            <p:cNvPr id="1091" name="Google Shape;1091;p18"/>
            <p:cNvSpPr/>
            <p:nvPr/>
          </p:nvSpPr>
          <p:spPr>
            <a:xfrm>
              <a:off x="8155516" y="2865703"/>
              <a:ext cx="1588713" cy="1588713"/>
            </a:xfrm>
            <a:prstGeom prst="rect">
              <a:avLst/>
            </a:prstGeom>
            <a:solidFill>
              <a:srgbClr val="FF0000">
                <a:alpha val="29803"/>
              </a:srgbClr>
            </a:solidFill>
            <a:ln cap="flat" cmpd="sng" w="31750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92" name="Google Shape;1092;p18"/>
            <p:cNvSpPr/>
            <p:nvPr/>
          </p:nvSpPr>
          <p:spPr>
            <a:xfrm>
              <a:off x="8155516" y="3490735"/>
              <a:ext cx="1588713" cy="963682"/>
            </a:xfrm>
            <a:custGeom>
              <a:rect b="b" l="l" r="r" t="t"/>
              <a:pathLst>
                <a:path extrusionOk="0" h="573932" w="1534961">
                  <a:moveTo>
                    <a:pt x="639479" y="0"/>
                  </a:moveTo>
                  <a:lnTo>
                    <a:pt x="888754" y="0"/>
                  </a:lnTo>
                  <a:lnTo>
                    <a:pt x="888754" y="424702"/>
                  </a:lnTo>
                  <a:lnTo>
                    <a:pt x="1534961" y="424702"/>
                  </a:lnTo>
                  <a:lnTo>
                    <a:pt x="1534961" y="573932"/>
                  </a:lnTo>
                  <a:lnTo>
                    <a:pt x="0" y="573932"/>
                  </a:lnTo>
                  <a:lnTo>
                    <a:pt x="0" y="424702"/>
                  </a:lnTo>
                  <a:lnTo>
                    <a:pt x="639479" y="424702"/>
                  </a:lnTo>
                  <a:close/>
                </a:path>
              </a:pathLst>
            </a:custGeom>
            <a:solidFill>
              <a:srgbClr val="75707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93" name="Google Shape;1093;p18"/>
            <p:cNvSpPr/>
            <p:nvPr/>
          </p:nvSpPr>
          <p:spPr>
            <a:xfrm>
              <a:off x="8219074" y="3402247"/>
              <a:ext cx="1461596" cy="792349"/>
            </a:xfrm>
            <a:prstGeom prst="trapezoid">
              <a:avLst>
                <a:gd fmla="val 26216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094" name="Google Shape;1094;p18"/>
          <p:cNvGrpSpPr/>
          <p:nvPr/>
        </p:nvGrpSpPr>
        <p:grpSpPr>
          <a:xfrm>
            <a:off x="3749255" y="3426612"/>
            <a:ext cx="1588714" cy="1591102"/>
            <a:chOff x="5831846" y="4178099"/>
            <a:chExt cx="1588714" cy="1591102"/>
          </a:xfrm>
        </p:grpSpPr>
        <p:sp>
          <p:nvSpPr>
            <p:cNvPr id="1095" name="Google Shape;1095;p18"/>
            <p:cNvSpPr/>
            <p:nvPr/>
          </p:nvSpPr>
          <p:spPr>
            <a:xfrm>
              <a:off x="5831847" y="4178099"/>
              <a:ext cx="1588713" cy="1591102"/>
            </a:xfrm>
            <a:prstGeom prst="rect">
              <a:avLst/>
            </a:prstGeom>
            <a:solidFill>
              <a:srgbClr val="FF0000">
                <a:alpha val="29803"/>
              </a:srgbClr>
            </a:solidFill>
            <a:ln cap="flat" cmpd="sng" w="31750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96" name="Google Shape;1096;p18"/>
            <p:cNvSpPr/>
            <p:nvPr/>
          </p:nvSpPr>
          <p:spPr>
            <a:xfrm>
              <a:off x="5831846" y="4805519"/>
              <a:ext cx="1588713" cy="963682"/>
            </a:xfrm>
            <a:custGeom>
              <a:rect b="b" l="l" r="r" t="t"/>
              <a:pathLst>
                <a:path extrusionOk="0" h="573932" w="1534961">
                  <a:moveTo>
                    <a:pt x="639479" y="0"/>
                  </a:moveTo>
                  <a:lnTo>
                    <a:pt x="888754" y="0"/>
                  </a:lnTo>
                  <a:lnTo>
                    <a:pt x="888754" y="424702"/>
                  </a:lnTo>
                  <a:lnTo>
                    <a:pt x="1534961" y="424702"/>
                  </a:lnTo>
                  <a:lnTo>
                    <a:pt x="1534961" y="573932"/>
                  </a:lnTo>
                  <a:lnTo>
                    <a:pt x="0" y="573932"/>
                  </a:lnTo>
                  <a:lnTo>
                    <a:pt x="0" y="424702"/>
                  </a:lnTo>
                  <a:lnTo>
                    <a:pt x="639479" y="424702"/>
                  </a:lnTo>
                  <a:close/>
                </a:path>
              </a:pathLst>
            </a:custGeom>
            <a:solidFill>
              <a:srgbClr val="75707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97" name="Google Shape;1097;p18"/>
            <p:cNvSpPr/>
            <p:nvPr/>
          </p:nvSpPr>
          <p:spPr>
            <a:xfrm>
              <a:off x="5895404" y="4454193"/>
              <a:ext cx="1461596" cy="792349"/>
            </a:xfrm>
            <a:prstGeom prst="trapezoid">
              <a:avLst>
                <a:gd fmla="val 26216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098" name="Google Shape;1098;p18"/>
          <p:cNvGrpSpPr/>
          <p:nvPr/>
        </p:nvGrpSpPr>
        <p:grpSpPr>
          <a:xfrm>
            <a:off x="812488" y="3429000"/>
            <a:ext cx="1588714" cy="1588714"/>
            <a:chOff x="4000166" y="2865703"/>
            <a:chExt cx="1588714" cy="1588714"/>
          </a:xfrm>
        </p:grpSpPr>
        <p:sp>
          <p:nvSpPr>
            <p:cNvPr id="1099" name="Google Shape;1099;p18"/>
            <p:cNvSpPr/>
            <p:nvPr/>
          </p:nvSpPr>
          <p:spPr>
            <a:xfrm>
              <a:off x="4000167" y="2865703"/>
              <a:ext cx="1588713" cy="1588713"/>
            </a:xfrm>
            <a:prstGeom prst="rect">
              <a:avLst/>
            </a:prstGeom>
            <a:solidFill>
              <a:srgbClr val="FF0000">
                <a:alpha val="29803"/>
              </a:srgbClr>
            </a:solidFill>
            <a:ln cap="flat" cmpd="sng" w="31750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00" name="Google Shape;1100;p18"/>
            <p:cNvSpPr/>
            <p:nvPr/>
          </p:nvSpPr>
          <p:spPr>
            <a:xfrm>
              <a:off x="4000166" y="3490735"/>
              <a:ext cx="1588713" cy="963682"/>
            </a:xfrm>
            <a:custGeom>
              <a:rect b="b" l="l" r="r" t="t"/>
              <a:pathLst>
                <a:path extrusionOk="0" h="573932" w="1534961">
                  <a:moveTo>
                    <a:pt x="639479" y="0"/>
                  </a:moveTo>
                  <a:lnTo>
                    <a:pt x="888754" y="0"/>
                  </a:lnTo>
                  <a:lnTo>
                    <a:pt x="888754" y="424702"/>
                  </a:lnTo>
                  <a:lnTo>
                    <a:pt x="1534961" y="424702"/>
                  </a:lnTo>
                  <a:lnTo>
                    <a:pt x="1534961" y="573932"/>
                  </a:lnTo>
                  <a:lnTo>
                    <a:pt x="0" y="573932"/>
                  </a:lnTo>
                  <a:lnTo>
                    <a:pt x="0" y="424702"/>
                  </a:lnTo>
                  <a:lnTo>
                    <a:pt x="639479" y="424702"/>
                  </a:lnTo>
                  <a:close/>
                </a:path>
              </a:pathLst>
            </a:custGeom>
            <a:solidFill>
              <a:srgbClr val="75707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01" name="Google Shape;1101;p18"/>
            <p:cNvSpPr/>
            <p:nvPr/>
          </p:nvSpPr>
          <p:spPr>
            <a:xfrm>
              <a:off x="4063724" y="2890303"/>
              <a:ext cx="1461596" cy="792349"/>
            </a:xfrm>
            <a:prstGeom prst="trapezoid">
              <a:avLst>
                <a:gd fmla="val 26216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102" name="Google Shape;1102;p18"/>
          <p:cNvGrpSpPr/>
          <p:nvPr/>
        </p:nvGrpSpPr>
        <p:grpSpPr>
          <a:xfrm>
            <a:off x="9622789" y="3829190"/>
            <a:ext cx="1588713" cy="1188524"/>
            <a:chOff x="9469762" y="4580677"/>
            <a:chExt cx="1588713" cy="1188524"/>
          </a:xfrm>
        </p:grpSpPr>
        <p:sp>
          <p:nvSpPr>
            <p:cNvPr id="1103" name="Google Shape;1103;p18"/>
            <p:cNvSpPr/>
            <p:nvPr/>
          </p:nvSpPr>
          <p:spPr>
            <a:xfrm>
              <a:off x="9469762" y="4580677"/>
              <a:ext cx="1588713" cy="1188523"/>
            </a:xfrm>
            <a:prstGeom prst="rect">
              <a:avLst/>
            </a:prstGeom>
            <a:solidFill>
              <a:srgbClr val="FF0000">
                <a:alpha val="29803"/>
              </a:srgbClr>
            </a:solidFill>
            <a:ln cap="flat" cmpd="sng" w="31750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04" name="Google Shape;1104;p18"/>
            <p:cNvSpPr/>
            <p:nvPr/>
          </p:nvSpPr>
          <p:spPr>
            <a:xfrm>
              <a:off x="9469762" y="4805519"/>
              <a:ext cx="1588713" cy="963682"/>
            </a:xfrm>
            <a:custGeom>
              <a:rect b="b" l="l" r="r" t="t"/>
              <a:pathLst>
                <a:path extrusionOk="0" h="573932" w="1534961">
                  <a:moveTo>
                    <a:pt x="639479" y="0"/>
                  </a:moveTo>
                  <a:lnTo>
                    <a:pt x="888754" y="0"/>
                  </a:lnTo>
                  <a:lnTo>
                    <a:pt x="888754" y="424702"/>
                  </a:lnTo>
                  <a:lnTo>
                    <a:pt x="1534961" y="424702"/>
                  </a:lnTo>
                  <a:lnTo>
                    <a:pt x="1534961" y="573932"/>
                  </a:lnTo>
                  <a:lnTo>
                    <a:pt x="0" y="573932"/>
                  </a:lnTo>
                  <a:lnTo>
                    <a:pt x="0" y="424702"/>
                  </a:lnTo>
                  <a:lnTo>
                    <a:pt x="639479" y="424702"/>
                  </a:lnTo>
                  <a:close/>
                </a:path>
              </a:pathLst>
            </a:custGeom>
            <a:solidFill>
              <a:srgbClr val="75707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05" name="Google Shape;1105;p18"/>
            <p:cNvSpPr/>
            <p:nvPr/>
          </p:nvSpPr>
          <p:spPr>
            <a:xfrm>
              <a:off x="9533320" y="4580677"/>
              <a:ext cx="1461596" cy="792349"/>
            </a:xfrm>
            <a:prstGeom prst="trapezoid">
              <a:avLst>
                <a:gd fmla="val 26216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106" name="Google Shape;1106;p18"/>
          <p:cNvCxnSpPr/>
          <p:nvPr/>
        </p:nvCxnSpPr>
        <p:spPr>
          <a:xfrm>
            <a:off x="1606844" y="5287697"/>
            <a:ext cx="8917223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07" name="Google Shape;1107;p18"/>
          <p:cNvSpPr txBox="1"/>
          <p:nvPr/>
        </p:nvSpPr>
        <p:spPr>
          <a:xfrm>
            <a:off x="5543517" y="5396524"/>
            <a:ext cx="104387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연출 진행 순서</a:t>
            </a:r>
            <a:endParaRPr/>
          </a:p>
        </p:txBody>
      </p:sp>
      <p:pic>
        <p:nvPicPr>
          <p:cNvPr descr="클립아트, 그래픽, 그래픽 디자인, 디자인이(가) 표시된 사진&#10;&#10;AI가 생성한 콘텐츠는 부정확할 수 있습니다." id="1108" name="Google Shape;110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365453" y="2768764"/>
            <a:ext cx="1268999" cy="1268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클립아트, 그래픽, 그래픽 디자인, 디자인이(가) 표시된 사진&#10;&#10;AI가 생성한 콘텐츠는 부정확할 수 있습니다." id="1109" name="Google Shape;110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3621934" y="2809230"/>
            <a:ext cx="1268999" cy="1268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클립아트, 그래픽, 그래픽 디자인, 디자인이(가) 표시된 사진&#10;&#10;AI가 생성한 콘텐츠는 부정확할 수 있습니다." id="1110" name="Google Shape;111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7007038" y="2809230"/>
            <a:ext cx="1268999" cy="1268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클립아트, 그래픽, 그래픽 디자인, 디자인이(가) 표시된 사진&#10;&#10;AI가 생성한 콘텐츠는 부정확할 수 있습니다." id="1111" name="Google Shape;111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10640560" y="2779465"/>
            <a:ext cx="1268999" cy="1268999"/>
          </a:xfrm>
          <a:prstGeom prst="rect">
            <a:avLst/>
          </a:prstGeom>
          <a:noFill/>
          <a:ln>
            <a:noFill/>
          </a:ln>
        </p:spPr>
      </p:pic>
      <p:sp>
        <p:nvSpPr>
          <p:cNvPr id="1112" name="Google Shape;1112;p18"/>
          <p:cNvSpPr/>
          <p:nvPr/>
        </p:nvSpPr>
        <p:spPr>
          <a:xfrm rot="-5400000">
            <a:off x="7753395" y="2919211"/>
            <a:ext cx="304800" cy="615351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13" name="Google Shape;1113;p18"/>
          <p:cNvSpPr/>
          <p:nvPr/>
        </p:nvSpPr>
        <p:spPr>
          <a:xfrm rot="-5400000">
            <a:off x="10995543" y="2919211"/>
            <a:ext cx="304800" cy="615351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14" name="Google Shape;1114;p18"/>
          <p:cNvSpPr/>
          <p:nvPr/>
        </p:nvSpPr>
        <p:spPr>
          <a:xfrm rot="-5400000">
            <a:off x="3714643" y="2919211"/>
            <a:ext cx="304800" cy="615351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19"/>
          <p:cNvSpPr/>
          <p:nvPr/>
        </p:nvSpPr>
        <p:spPr>
          <a:xfrm>
            <a:off x="5920885" y="2440619"/>
            <a:ext cx="553430" cy="561668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0" name="Google Shape;1120;p19"/>
          <p:cNvSpPr/>
          <p:nvPr/>
        </p:nvSpPr>
        <p:spPr>
          <a:xfrm>
            <a:off x="5215875" y="3143191"/>
            <a:ext cx="553430" cy="561668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1" name="Google Shape;1121;p19"/>
          <p:cNvSpPr/>
          <p:nvPr/>
        </p:nvSpPr>
        <p:spPr>
          <a:xfrm>
            <a:off x="6625894" y="3143191"/>
            <a:ext cx="553430" cy="561668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2" name="Google Shape;1122;p19"/>
          <p:cNvSpPr/>
          <p:nvPr/>
        </p:nvSpPr>
        <p:spPr>
          <a:xfrm>
            <a:off x="5920885" y="3845761"/>
            <a:ext cx="553430" cy="561668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3" name="Google Shape;1123;p19"/>
          <p:cNvSpPr/>
          <p:nvPr/>
        </p:nvSpPr>
        <p:spPr>
          <a:xfrm>
            <a:off x="0" y="6661463"/>
            <a:ext cx="12192000" cy="196537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4" name="Google Shape;1124;p19"/>
          <p:cNvSpPr/>
          <p:nvPr/>
        </p:nvSpPr>
        <p:spPr>
          <a:xfrm>
            <a:off x="0" y="0"/>
            <a:ext cx="12192000" cy="196537"/>
          </a:xfrm>
          <a:prstGeom prst="rect">
            <a:avLst/>
          </a:prstGeom>
          <a:gradFill>
            <a:gsLst>
              <a:gs pos="0">
                <a:srgbClr val="254061"/>
              </a:gs>
              <a:gs pos="50000">
                <a:srgbClr val="254061"/>
              </a:gs>
              <a:gs pos="77000">
                <a:srgbClr val="C1C5CD"/>
              </a:gs>
              <a:gs pos="100000">
                <a:srgbClr val="E1E2E5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5" name="Google Shape;1125;p19"/>
          <p:cNvSpPr txBox="1"/>
          <p:nvPr/>
        </p:nvSpPr>
        <p:spPr>
          <a:xfrm>
            <a:off x="5463375" y="6628926"/>
            <a:ext cx="126305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Ver.1.0.0</a:t>
            </a:r>
            <a:endParaRPr b="1" sz="105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26" name="Google Shape;1126;p19"/>
          <p:cNvPicPr preferRelativeResize="0"/>
          <p:nvPr/>
        </p:nvPicPr>
        <p:blipFill rotWithShape="1">
          <a:blip r:embed="rId3">
            <a:alphaModFix/>
          </a:blip>
          <a:srcRect b="0" l="0" r="0" t="7981"/>
          <a:stretch/>
        </p:blipFill>
        <p:spPr>
          <a:xfrm>
            <a:off x="11608357" y="6661463"/>
            <a:ext cx="581449" cy="165234"/>
          </a:xfrm>
          <a:prstGeom prst="rect">
            <a:avLst/>
          </a:prstGeom>
          <a:noFill/>
          <a:ln>
            <a:noFill/>
          </a:ln>
        </p:spPr>
      </p:pic>
      <p:sp>
        <p:nvSpPr>
          <p:cNvPr id="1127" name="Google Shape;1127;p19"/>
          <p:cNvSpPr txBox="1"/>
          <p:nvPr>
            <p:ph idx="12" type="sldNum"/>
          </p:nvPr>
        </p:nvSpPr>
        <p:spPr>
          <a:xfrm>
            <a:off x="9824484" y="1"/>
            <a:ext cx="2367516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8" name="Google Shape;1128;p19"/>
          <p:cNvSpPr txBox="1"/>
          <p:nvPr>
            <p:ph idx="11" type="ftr"/>
          </p:nvPr>
        </p:nvSpPr>
        <p:spPr>
          <a:xfrm>
            <a:off x="0" y="3175"/>
            <a:ext cx="34906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PUZ_08_스위치 퍼즐 시스템 기획서</a:t>
            </a:r>
            <a:endParaRPr/>
          </a:p>
        </p:txBody>
      </p:sp>
      <p:sp>
        <p:nvSpPr>
          <p:cNvPr id="1129" name="Google Shape;1129;p19"/>
          <p:cNvSpPr txBox="1"/>
          <p:nvPr/>
        </p:nvSpPr>
        <p:spPr>
          <a:xfrm>
            <a:off x="157882" y="624365"/>
            <a:ext cx="31576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| 조작 연출</a:t>
            </a:r>
            <a:endParaRPr/>
          </a:p>
        </p:txBody>
      </p:sp>
      <p:sp>
        <p:nvSpPr>
          <p:cNvPr id="1130" name="Google Shape;1130;p19"/>
          <p:cNvSpPr txBox="1"/>
          <p:nvPr/>
        </p:nvSpPr>
        <p:spPr>
          <a:xfrm>
            <a:off x="524322" y="1113706"/>
            <a:ext cx="1114335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하나의 키 캡이 눌리면 0.2초 뒤 영향을 받는 키 캡이 움직인다.</a:t>
            </a:r>
            <a:endParaRPr/>
          </a:p>
        </p:txBody>
      </p:sp>
      <p:grpSp>
        <p:nvGrpSpPr>
          <p:cNvPr id="1131" name="Google Shape;1131;p19"/>
          <p:cNvGrpSpPr/>
          <p:nvPr/>
        </p:nvGrpSpPr>
        <p:grpSpPr>
          <a:xfrm>
            <a:off x="1406285" y="2375144"/>
            <a:ext cx="2115030" cy="2107712"/>
            <a:chOff x="2364970" y="4882551"/>
            <a:chExt cx="1146781" cy="1142812"/>
          </a:xfrm>
        </p:grpSpPr>
        <p:sp>
          <p:nvSpPr>
            <p:cNvPr id="1132" name="Google Shape;1132;p19"/>
            <p:cNvSpPr/>
            <p:nvPr/>
          </p:nvSpPr>
          <p:spPr>
            <a:xfrm>
              <a:off x="2364970" y="4882551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33" name="Google Shape;1133;p19"/>
            <p:cNvSpPr/>
            <p:nvPr/>
          </p:nvSpPr>
          <p:spPr>
            <a:xfrm>
              <a:off x="2747230" y="4882551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34" name="Google Shape;1134;p19"/>
            <p:cNvSpPr/>
            <p:nvPr/>
          </p:nvSpPr>
          <p:spPr>
            <a:xfrm>
              <a:off x="3129491" y="4882551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35" name="Google Shape;1135;p19"/>
            <p:cNvSpPr/>
            <p:nvPr/>
          </p:nvSpPr>
          <p:spPr>
            <a:xfrm>
              <a:off x="2364970" y="5263489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36" name="Google Shape;1136;p19"/>
            <p:cNvSpPr/>
            <p:nvPr/>
          </p:nvSpPr>
          <p:spPr>
            <a:xfrm>
              <a:off x="2747230" y="5263489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37" name="Google Shape;1137;p19"/>
            <p:cNvSpPr/>
            <p:nvPr/>
          </p:nvSpPr>
          <p:spPr>
            <a:xfrm>
              <a:off x="3129491" y="5263489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38" name="Google Shape;1138;p19"/>
            <p:cNvSpPr/>
            <p:nvPr/>
          </p:nvSpPr>
          <p:spPr>
            <a:xfrm>
              <a:off x="2364970" y="5644426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39" name="Google Shape;1139;p19"/>
            <p:cNvSpPr/>
            <p:nvPr/>
          </p:nvSpPr>
          <p:spPr>
            <a:xfrm>
              <a:off x="2747230" y="5644426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40" name="Google Shape;1140;p19"/>
            <p:cNvSpPr/>
            <p:nvPr/>
          </p:nvSpPr>
          <p:spPr>
            <a:xfrm>
              <a:off x="3129491" y="5644426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41" name="Google Shape;1141;p19"/>
            <p:cNvSpPr/>
            <p:nvPr/>
          </p:nvSpPr>
          <p:spPr>
            <a:xfrm>
              <a:off x="2406064" y="4918052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42" name="Google Shape;1142;p19"/>
            <p:cNvSpPr/>
            <p:nvPr/>
          </p:nvSpPr>
          <p:spPr>
            <a:xfrm>
              <a:off x="2788324" y="4918052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43" name="Google Shape;1143;p19"/>
            <p:cNvSpPr/>
            <p:nvPr/>
          </p:nvSpPr>
          <p:spPr>
            <a:xfrm>
              <a:off x="3170584" y="4918052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44" name="Google Shape;1144;p19"/>
            <p:cNvSpPr/>
            <p:nvPr/>
          </p:nvSpPr>
          <p:spPr>
            <a:xfrm>
              <a:off x="2406064" y="5298990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45" name="Google Shape;1145;p19"/>
            <p:cNvSpPr/>
            <p:nvPr/>
          </p:nvSpPr>
          <p:spPr>
            <a:xfrm>
              <a:off x="2788324" y="5298990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28575">
              <a:solidFill>
                <a:srgbClr val="FFFF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46" name="Google Shape;1146;p19"/>
            <p:cNvSpPr/>
            <p:nvPr/>
          </p:nvSpPr>
          <p:spPr>
            <a:xfrm>
              <a:off x="3170584" y="5298990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47" name="Google Shape;1147;p19"/>
            <p:cNvSpPr/>
            <p:nvPr/>
          </p:nvSpPr>
          <p:spPr>
            <a:xfrm>
              <a:off x="2406064" y="5679927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48" name="Google Shape;1148;p19"/>
            <p:cNvSpPr/>
            <p:nvPr/>
          </p:nvSpPr>
          <p:spPr>
            <a:xfrm>
              <a:off x="2788324" y="5679927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49" name="Google Shape;1149;p19"/>
            <p:cNvSpPr/>
            <p:nvPr/>
          </p:nvSpPr>
          <p:spPr>
            <a:xfrm>
              <a:off x="3170584" y="5679927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150" name="Google Shape;1150;p19"/>
          <p:cNvSpPr/>
          <p:nvPr/>
        </p:nvSpPr>
        <p:spPr>
          <a:xfrm>
            <a:off x="5140085" y="2375144"/>
            <a:ext cx="705009" cy="70257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1" name="Google Shape;1151;p19"/>
          <p:cNvSpPr/>
          <p:nvPr/>
        </p:nvSpPr>
        <p:spPr>
          <a:xfrm>
            <a:off x="5845094" y="2375144"/>
            <a:ext cx="705009" cy="70257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2" name="Google Shape;1152;p19"/>
          <p:cNvSpPr/>
          <p:nvPr/>
        </p:nvSpPr>
        <p:spPr>
          <a:xfrm>
            <a:off x="6550106" y="2375144"/>
            <a:ext cx="705009" cy="70257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3" name="Google Shape;1153;p19"/>
          <p:cNvSpPr/>
          <p:nvPr/>
        </p:nvSpPr>
        <p:spPr>
          <a:xfrm>
            <a:off x="5140085" y="3077716"/>
            <a:ext cx="705009" cy="70257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4" name="Google Shape;1154;p19"/>
          <p:cNvSpPr/>
          <p:nvPr/>
        </p:nvSpPr>
        <p:spPr>
          <a:xfrm>
            <a:off x="5845094" y="3077716"/>
            <a:ext cx="705009" cy="70257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5" name="Google Shape;1155;p19"/>
          <p:cNvSpPr/>
          <p:nvPr/>
        </p:nvSpPr>
        <p:spPr>
          <a:xfrm>
            <a:off x="6550106" y="3077716"/>
            <a:ext cx="705009" cy="70257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6" name="Google Shape;1156;p19"/>
          <p:cNvSpPr/>
          <p:nvPr/>
        </p:nvSpPr>
        <p:spPr>
          <a:xfrm>
            <a:off x="5140085" y="3780286"/>
            <a:ext cx="705009" cy="70257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7" name="Google Shape;1157;p19"/>
          <p:cNvSpPr/>
          <p:nvPr/>
        </p:nvSpPr>
        <p:spPr>
          <a:xfrm>
            <a:off x="5845094" y="3780286"/>
            <a:ext cx="705009" cy="70257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8" name="Google Shape;1158;p19"/>
          <p:cNvSpPr/>
          <p:nvPr/>
        </p:nvSpPr>
        <p:spPr>
          <a:xfrm>
            <a:off x="6550106" y="3780286"/>
            <a:ext cx="705009" cy="70257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9" name="Google Shape;1159;p19"/>
          <p:cNvSpPr/>
          <p:nvPr/>
        </p:nvSpPr>
        <p:spPr>
          <a:xfrm>
            <a:off x="5215875" y="2440619"/>
            <a:ext cx="553430" cy="561668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60" name="Google Shape;1160;p19"/>
          <p:cNvSpPr/>
          <p:nvPr/>
        </p:nvSpPr>
        <p:spPr>
          <a:xfrm>
            <a:off x="6625894" y="2440619"/>
            <a:ext cx="553430" cy="561668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61" name="Google Shape;1161;p19"/>
          <p:cNvSpPr/>
          <p:nvPr/>
        </p:nvSpPr>
        <p:spPr>
          <a:xfrm>
            <a:off x="5920885" y="3143191"/>
            <a:ext cx="553430" cy="561668"/>
          </a:xfrm>
          <a:prstGeom prst="roundRect">
            <a:avLst>
              <a:gd fmla="val 16667" name="adj"/>
            </a:avLst>
          </a:prstGeom>
          <a:solidFill>
            <a:srgbClr val="92D05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62" name="Google Shape;1162;p19"/>
          <p:cNvSpPr/>
          <p:nvPr/>
        </p:nvSpPr>
        <p:spPr>
          <a:xfrm>
            <a:off x="5215875" y="3845761"/>
            <a:ext cx="553430" cy="561668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63" name="Google Shape;1163;p19"/>
          <p:cNvSpPr/>
          <p:nvPr/>
        </p:nvSpPr>
        <p:spPr>
          <a:xfrm>
            <a:off x="6625894" y="3845761"/>
            <a:ext cx="553430" cy="561668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1905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164" name="Google Shape;1164;p19"/>
          <p:cNvGrpSpPr/>
          <p:nvPr/>
        </p:nvGrpSpPr>
        <p:grpSpPr>
          <a:xfrm>
            <a:off x="8670685" y="2375144"/>
            <a:ext cx="2115030" cy="2107712"/>
            <a:chOff x="2364970" y="4882551"/>
            <a:chExt cx="1146781" cy="1142812"/>
          </a:xfrm>
        </p:grpSpPr>
        <p:sp>
          <p:nvSpPr>
            <p:cNvPr id="1165" name="Google Shape;1165;p19"/>
            <p:cNvSpPr/>
            <p:nvPr/>
          </p:nvSpPr>
          <p:spPr>
            <a:xfrm>
              <a:off x="2364970" y="4882551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66" name="Google Shape;1166;p19"/>
            <p:cNvSpPr/>
            <p:nvPr/>
          </p:nvSpPr>
          <p:spPr>
            <a:xfrm>
              <a:off x="2747230" y="4882551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67" name="Google Shape;1167;p19"/>
            <p:cNvSpPr/>
            <p:nvPr/>
          </p:nvSpPr>
          <p:spPr>
            <a:xfrm>
              <a:off x="3129491" y="4882551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68" name="Google Shape;1168;p19"/>
            <p:cNvSpPr/>
            <p:nvPr/>
          </p:nvSpPr>
          <p:spPr>
            <a:xfrm>
              <a:off x="2364970" y="5263489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69" name="Google Shape;1169;p19"/>
            <p:cNvSpPr/>
            <p:nvPr/>
          </p:nvSpPr>
          <p:spPr>
            <a:xfrm>
              <a:off x="2747230" y="5263489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70" name="Google Shape;1170;p19"/>
            <p:cNvSpPr/>
            <p:nvPr/>
          </p:nvSpPr>
          <p:spPr>
            <a:xfrm>
              <a:off x="3129491" y="5263489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71" name="Google Shape;1171;p19"/>
            <p:cNvSpPr/>
            <p:nvPr/>
          </p:nvSpPr>
          <p:spPr>
            <a:xfrm>
              <a:off x="2364970" y="5644426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72" name="Google Shape;1172;p19"/>
            <p:cNvSpPr/>
            <p:nvPr/>
          </p:nvSpPr>
          <p:spPr>
            <a:xfrm>
              <a:off x="2747230" y="5644426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73" name="Google Shape;1173;p19"/>
            <p:cNvSpPr/>
            <p:nvPr/>
          </p:nvSpPr>
          <p:spPr>
            <a:xfrm>
              <a:off x="3129491" y="5644426"/>
              <a:ext cx="382260" cy="380937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74" name="Google Shape;1174;p19"/>
            <p:cNvSpPr/>
            <p:nvPr/>
          </p:nvSpPr>
          <p:spPr>
            <a:xfrm>
              <a:off x="2406064" y="4918052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75" name="Google Shape;1175;p19"/>
            <p:cNvSpPr/>
            <p:nvPr/>
          </p:nvSpPr>
          <p:spPr>
            <a:xfrm>
              <a:off x="2788324" y="4918052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76" name="Google Shape;1176;p19"/>
            <p:cNvSpPr/>
            <p:nvPr/>
          </p:nvSpPr>
          <p:spPr>
            <a:xfrm>
              <a:off x="3170584" y="4918052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77" name="Google Shape;1177;p19"/>
            <p:cNvSpPr/>
            <p:nvPr/>
          </p:nvSpPr>
          <p:spPr>
            <a:xfrm>
              <a:off x="2406064" y="5298990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78" name="Google Shape;1178;p19"/>
            <p:cNvSpPr/>
            <p:nvPr/>
          </p:nvSpPr>
          <p:spPr>
            <a:xfrm>
              <a:off x="2788324" y="5298990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79" name="Google Shape;1179;p19"/>
            <p:cNvSpPr/>
            <p:nvPr/>
          </p:nvSpPr>
          <p:spPr>
            <a:xfrm>
              <a:off x="3170584" y="5298990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80" name="Google Shape;1180;p19"/>
            <p:cNvSpPr/>
            <p:nvPr/>
          </p:nvSpPr>
          <p:spPr>
            <a:xfrm>
              <a:off x="2406064" y="5679927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81" name="Google Shape;1181;p19"/>
            <p:cNvSpPr/>
            <p:nvPr/>
          </p:nvSpPr>
          <p:spPr>
            <a:xfrm>
              <a:off x="2788324" y="5679927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82" name="Google Shape;1182;p19"/>
            <p:cNvSpPr/>
            <p:nvPr/>
          </p:nvSpPr>
          <p:spPr>
            <a:xfrm>
              <a:off x="3170584" y="5679927"/>
              <a:ext cx="300073" cy="304539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1905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183" name="Google Shape;1183;p19"/>
          <p:cNvSpPr txBox="1"/>
          <p:nvPr/>
        </p:nvSpPr>
        <p:spPr>
          <a:xfrm>
            <a:off x="1674160" y="4689298"/>
            <a:ext cx="157927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중앙의 키 캡을 누름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84" name="Google Shape;1184;p19"/>
          <p:cNvSpPr txBox="1"/>
          <p:nvPr/>
        </p:nvSpPr>
        <p:spPr>
          <a:xfrm>
            <a:off x="4739401" y="4689298"/>
            <a:ext cx="292419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0.2초 뒤 스위치 영역의 키 캡 연출 재생</a:t>
            </a:r>
            <a:endParaRPr/>
          </a:p>
        </p:txBody>
      </p:sp>
      <p:sp>
        <p:nvSpPr>
          <p:cNvPr id="1185" name="Google Shape;1185;p19"/>
          <p:cNvSpPr txBox="1"/>
          <p:nvPr/>
        </p:nvSpPr>
        <p:spPr>
          <a:xfrm>
            <a:off x="8809518" y="4689298"/>
            <a:ext cx="183736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0.2초 뒤 모든 연줄 종료</a:t>
            </a:r>
            <a:endParaRPr/>
          </a:p>
        </p:txBody>
      </p:sp>
      <p:sp>
        <p:nvSpPr>
          <p:cNvPr id="1186" name="Google Shape;1186;p19"/>
          <p:cNvSpPr/>
          <p:nvPr/>
        </p:nvSpPr>
        <p:spPr>
          <a:xfrm>
            <a:off x="4124724" y="3304502"/>
            <a:ext cx="482600" cy="2390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87" name="Google Shape;1187;p19"/>
          <p:cNvSpPr/>
          <p:nvPr/>
        </p:nvSpPr>
        <p:spPr>
          <a:xfrm>
            <a:off x="7731522" y="3304502"/>
            <a:ext cx="482600" cy="2390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20"/>
          <p:cNvSpPr/>
          <p:nvPr/>
        </p:nvSpPr>
        <p:spPr>
          <a:xfrm>
            <a:off x="4969739" y="1348541"/>
            <a:ext cx="2250327" cy="355194"/>
          </a:xfrm>
          <a:prstGeom prst="rect">
            <a:avLst/>
          </a:prstGeom>
          <a:solidFill>
            <a:srgbClr val="9EA7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93" name="Google Shape;1193;p20"/>
          <p:cNvSpPr/>
          <p:nvPr/>
        </p:nvSpPr>
        <p:spPr>
          <a:xfrm>
            <a:off x="4969739" y="1804240"/>
            <a:ext cx="2250327" cy="1591324"/>
          </a:xfrm>
          <a:prstGeom prst="rect">
            <a:avLst/>
          </a:prstGeom>
          <a:noFill/>
          <a:ln cap="flat" cmpd="sng" w="1905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94" name="Google Shape;1194;p20"/>
          <p:cNvSpPr/>
          <p:nvPr/>
        </p:nvSpPr>
        <p:spPr>
          <a:xfrm>
            <a:off x="8688646" y="1348541"/>
            <a:ext cx="2250327" cy="355194"/>
          </a:xfrm>
          <a:prstGeom prst="rect">
            <a:avLst/>
          </a:prstGeom>
          <a:solidFill>
            <a:srgbClr val="9EA7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95" name="Google Shape;1195;p20"/>
          <p:cNvSpPr/>
          <p:nvPr/>
        </p:nvSpPr>
        <p:spPr>
          <a:xfrm>
            <a:off x="8688646" y="1804240"/>
            <a:ext cx="2250327" cy="1591324"/>
          </a:xfrm>
          <a:prstGeom prst="rect">
            <a:avLst/>
          </a:prstGeom>
          <a:noFill/>
          <a:ln cap="flat" cmpd="sng" w="1905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96" name="Google Shape;1196;p20"/>
          <p:cNvSpPr/>
          <p:nvPr/>
        </p:nvSpPr>
        <p:spPr>
          <a:xfrm>
            <a:off x="1250832" y="1348541"/>
            <a:ext cx="2250327" cy="355194"/>
          </a:xfrm>
          <a:prstGeom prst="rect">
            <a:avLst/>
          </a:prstGeom>
          <a:solidFill>
            <a:srgbClr val="9EA7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97" name="Google Shape;1197;p20"/>
          <p:cNvSpPr/>
          <p:nvPr/>
        </p:nvSpPr>
        <p:spPr>
          <a:xfrm>
            <a:off x="1250832" y="1804240"/>
            <a:ext cx="2250327" cy="1591324"/>
          </a:xfrm>
          <a:prstGeom prst="rect">
            <a:avLst/>
          </a:prstGeom>
          <a:noFill/>
          <a:ln cap="flat" cmpd="sng" w="1905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198" name="Google Shape;1198;p20"/>
          <p:cNvGrpSpPr/>
          <p:nvPr/>
        </p:nvGrpSpPr>
        <p:grpSpPr>
          <a:xfrm>
            <a:off x="1250832" y="1348541"/>
            <a:ext cx="9671629" cy="1929848"/>
            <a:chOff x="1250832" y="2563478"/>
            <a:chExt cx="9671629" cy="1929848"/>
          </a:xfrm>
        </p:grpSpPr>
        <p:grpSp>
          <p:nvGrpSpPr>
            <p:cNvPr id="1199" name="Google Shape;1199;p20"/>
            <p:cNvGrpSpPr/>
            <p:nvPr/>
          </p:nvGrpSpPr>
          <p:grpSpPr>
            <a:xfrm>
              <a:off x="1250832" y="2563478"/>
              <a:ext cx="2250327" cy="1929848"/>
              <a:chOff x="1250832" y="2563478"/>
              <a:chExt cx="2250327" cy="1929848"/>
            </a:xfrm>
          </p:grpSpPr>
          <p:sp>
            <p:nvSpPr>
              <p:cNvPr id="1200" name="Google Shape;1200;p20"/>
              <p:cNvSpPr txBox="1"/>
              <p:nvPr/>
            </p:nvSpPr>
            <p:spPr>
              <a:xfrm>
                <a:off x="1250832" y="3051713"/>
                <a:ext cx="2250327" cy="14416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171450" lvl="0" marL="17145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algun Gothic"/>
                  <a:buChar char="-"/>
                </a:pPr>
                <a:r>
                  <a:rPr lang="en-US" sz="12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스위치 퍼즐 ID</a:t>
                </a:r>
                <a:endParaRPr/>
              </a:p>
              <a:p>
                <a:pPr indent="-171450" lvl="0" marL="17145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algun Gothic"/>
                  <a:buChar char="-"/>
                </a:pPr>
                <a:r>
                  <a:rPr lang="en-US" sz="12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퍼즐의 난이도</a:t>
                </a:r>
                <a:endParaRPr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-171450" lvl="0" marL="17145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algun Gothic"/>
                  <a:buChar char="-"/>
                </a:pPr>
                <a:r>
                  <a:rPr lang="en-US" sz="12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난이도별 제한시간</a:t>
                </a:r>
                <a:endParaRPr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-171450" lvl="0" marL="17145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algun Gothic"/>
                  <a:buChar char="-"/>
                </a:pPr>
                <a:r>
                  <a:rPr lang="en-US" sz="12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난이도별 라운드 개수</a:t>
                </a:r>
                <a:endParaRPr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-171450" lvl="0" marL="17145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algun Gothic"/>
                  <a:buChar char="-"/>
                </a:pPr>
                <a:r>
                  <a:rPr lang="en-US" sz="12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난이도에 속한 퍼즐 ID</a:t>
                </a:r>
                <a:endParaRPr/>
              </a:p>
            </p:txBody>
          </p:sp>
          <p:sp>
            <p:nvSpPr>
              <p:cNvPr id="1201" name="Google Shape;1201;p20"/>
              <p:cNvSpPr txBox="1"/>
              <p:nvPr/>
            </p:nvSpPr>
            <p:spPr>
              <a:xfrm>
                <a:off x="1250832" y="2563478"/>
                <a:ext cx="2250327" cy="3336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PUZ 메인 테이블</a:t>
                </a:r>
                <a:endParaRPr b="1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1202" name="Google Shape;1202;p20"/>
            <p:cNvGrpSpPr/>
            <p:nvPr/>
          </p:nvGrpSpPr>
          <p:grpSpPr>
            <a:xfrm>
              <a:off x="8672134" y="2563478"/>
              <a:ext cx="2250327" cy="821852"/>
              <a:chOff x="8672134" y="2563478"/>
              <a:chExt cx="2250327" cy="821852"/>
            </a:xfrm>
          </p:grpSpPr>
          <p:sp>
            <p:nvSpPr>
              <p:cNvPr id="1203" name="Google Shape;1203;p20"/>
              <p:cNvSpPr txBox="1"/>
              <p:nvPr/>
            </p:nvSpPr>
            <p:spPr>
              <a:xfrm>
                <a:off x="8672134" y="3051713"/>
                <a:ext cx="2250327" cy="3336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171450" lvl="0" marL="17145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algun Gothic"/>
                  <a:buChar char="-"/>
                </a:pPr>
                <a:r>
                  <a:rPr lang="en-US" sz="12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스위치 영역ID 좌표</a:t>
                </a:r>
                <a:endParaRPr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204" name="Google Shape;1204;p20"/>
              <p:cNvSpPr txBox="1"/>
              <p:nvPr/>
            </p:nvSpPr>
            <p:spPr>
              <a:xfrm>
                <a:off x="8672134" y="2563478"/>
                <a:ext cx="2250327" cy="3336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스위치 퍼즐 오브젝트 테이블</a:t>
                </a:r>
                <a:endParaRPr b="1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1205" name="Google Shape;1205;p20"/>
            <p:cNvGrpSpPr/>
            <p:nvPr/>
          </p:nvGrpSpPr>
          <p:grpSpPr>
            <a:xfrm>
              <a:off x="4961483" y="2563478"/>
              <a:ext cx="2250327" cy="1375850"/>
              <a:chOff x="4961483" y="2563478"/>
              <a:chExt cx="2250327" cy="1375850"/>
            </a:xfrm>
          </p:grpSpPr>
          <p:sp>
            <p:nvSpPr>
              <p:cNvPr id="1206" name="Google Shape;1206;p20"/>
              <p:cNvSpPr txBox="1"/>
              <p:nvPr/>
            </p:nvSpPr>
            <p:spPr>
              <a:xfrm>
                <a:off x="4961483" y="3051713"/>
                <a:ext cx="2250327" cy="8876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171450" lvl="0" marL="17145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algun Gothic"/>
                  <a:buChar char="-"/>
                </a:pPr>
                <a:r>
                  <a:rPr lang="en-US" sz="12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퍼즐 ID</a:t>
                </a:r>
                <a:endParaRPr/>
              </a:p>
              <a:p>
                <a:pPr indent="-171450" lvl="0" marL="17145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algun Gothic"/>
                  <a:buChar char="-"/>
                </a:pPr>
                <a:r>
                  <a:rPr lang="en-US" sz="12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스위치 영역 ID</a:t>
                </a:r>
                <a:endParaRPr/>
              </a:p>
              <a:p>
                <a:pPr indent="-171450" lvl="0" marL="17145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Malgun Gothic"/>
                  <a:buChar char="-"/>
                </a:pPr>
                <a:r>
                  <a:rPr lang="en-US" sz="12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배치된 키 캡 좌표</a:t>
                </a:r>
                <a:endParaRPr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207" name="Google Shape;1207;p20"/>
              <p:cNvSpPr txBox="1"/>
              <p:nvPr/>
            </p:nvSpPr>
            <p:spPr>
              <a:xfrm>
                <a:off x="4961483" y="2563478"/>
                <a:ext cx="2250327" cy="3336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스위치 퍼즐 필드 테이블</a:t>
                </a:r>
                <a:endParaRPr b="1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sp>
        <p:nvSpPr>
          <p:cNvPr id="1208" name="Google Shape;1208;p20"/>
          <p:cNvSpPr/>
          <p:nvPr/>
        </p:nvSpPr>
        <p:spPr>
          <a:xfrm>
            <a:off x="0" y="6661463"/>
            <a:ext cx="12192000" cy="196537"/>
          </a:xfrm>
          <a:prstGeom prst="rect">
            <a:avLst/>
          </a:prstGeom>
          <a:solidFill>
            <a:srgbClr val="2540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09" name="Google Shape;1209;p20"/>
          <p:cNvSpPr/>
          <p:nvPr/>
        </p:nvSpPr>
        <p:spPr>
          <a:xfrm>
            <a:off x="0" y="0"/>
            <a:ext cx="12192000" cy="196537"/>
          </a:xfrm>
          <a:prstGeom prst="rect">
            <a:avLst/>
          </a:prstGeom>
          <a:gradFill>
            <a:gsLst>
              <a:gs pos="0">
                <a:srgbClr val="254061"/>
              </a:gs>
              <a:gs pos="50000">
                <a:srgbClr val="254061"/>
              </a:gs>
              <a:gs pos="77000">
                <a:srgbClr val="C1C5CD"/>
              </a:gs>
              <a:gs pos="100000">
                <a:srgbClr val="E1E2E5"/>
              </a:gs>
            </a:gsLst>
            <a:path path="circle">
              <a:fillToRect l="100%" t="100%"/>
            </a:path>
            <a:tileRect b="-100%" r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10" name="Google Shape;1210;p20"/>
          <p:cNvSpPr txBox="1"/>
          <p:nvPr/>
        </p:nvSpPr>
        <p:spPr>
          <a:xfrm>
            <a:off x="5463375" y="6628926"/>
            <a:ext cx="126305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Ver.1.0.0</a:t>
            </a:r>
            <a:endParaRPr b="1" sz="105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211" name="Google Shape;1211;p20"/>
          <p:cNvPicPr preferRelativeResize="0"/>
          <p:nvPr/>
        </p:nvPicPr>
        <p:blipFill rotWithShape="1">
          <a:blip r:embed="rId3">
            <a:alphaModFix/>
          </a:blip>
          <a:srcRect b="0" l="0" r="0" t="7981"/>
          <a:stretch/>
        </p:blipFill>
        <p:spPr>
          <a:xfrm>
            <a:off x="11608357" y="6661463"/>
            <a:ext cx="581449" cy="16523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2" name="Google Shape;1212;p20"/>
          <p:cNvCxnSpPr/>
          <p:nvPr/>
        </p:nvCxnSpPr>
        <p:spPr>
          <a:xfrm rot="10800000">
            <a:off x="6992007" y="2302098"/>
            <a:ext cx="1639073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13" name="Google Shape;1213;p20"/>
          <p:cNvSpPr/>
          <p:nvPr/>
        </p:nvSpPr>
        <p:spPr>
          <a:xfrm>
            <a:off x="5194261" y="2165618"/>
            <a:ext cx="1756692" cy="555969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14" name="Google Shape;1214;p20"/>
          <p:cNvSpPr/>
          <p:nvPr/>
        </p:nvSpPr>
        <p:spPr>
          <a:xfrm>
            <a:off x="1483992" y="2924356"/>
            <a:ext cx="1631700" cy="276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215" name="Google Shape;1215;p20"/>
          <p:cNvCxnSpPr/>
          <p:nvPr/>
        </p:nvCxnSpPr>
        <p:spPr>
          <a:xfrm flipH="1">
            <a:off x="3176784" y="2477119"/>
            <a:ext cx="1784700" cy="6609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16" name="Google Shape;1216;p20"/>
          <p:cNvSpPr txBox="1"/>
          <p:nvPr/>
        </p:nvSpPr>
        <p:spPr>
          <a:xfrm>
            <a:off x="340455" y="5873828"/>
            <a:ext cx="829062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 테이블에서 기본 룰 (라운드, 제한 시간)과 난이도 그룹과 속한 퍼즐을 관리.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필드 테이블에선 해당 퍼즐들의 기본 정보 (오브젝트의 배치, 개수, 스위치 영역)를 관리.</a:t>
            </a:r>
            <a:endParaRPr/>
          </a:p>
        </p:txBody>
      </p:sp>
      <p:sp>
        <p:nvSpPr>
          <p:cNvPr id="1217" name="Google Shape;1217;p20"/>
          <p:cNvSpPr txBox="1"/>
          <p:nvPr>
            <p:ph idx="12" type="sldNum"/>
          </p:nvPr>
        </p:nvSpPr>
        <p:spPr>
          <a:xfrm>
            <a:off x="9824484" y="1"/>
            <a:ext cx="2367516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8" name="Google Shape;1218;p20"/>
          <p:cNvSpPr txBox="1"/>
          <p:nvPr>
            <p:ph idx="11" type="ftr"/>
          </p:nvPr>
        </p:nvSpPr>
        <p:spPr>
          <a:xfrm>
            <a:off x="0" y="3175"/>
            <a:ext cx="34906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PUZ_08_스위치 퍼즐 시스템 기획서</a:t>
            </a:r>
            <a:endParaRPr/>
          </a:p>
        </p:txBody>
      </p:sp>
      <p:sp>
        <p:nvSpPr>
          <p:cNvPr id="1219" name="Google Shape;1219;p20"/>
          <p:cNvSpPr txBox="1"/>
          <p:nvPr/>
        </p:nvSpPr>
        <p:spPr>
          <a:xfrm>
            <a:off x="157882" y="624365"/>
            <a:ext cx="31576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| 테이블 구조</a:t>
            </a:r>
            <a:endParaRPr/>
          </a:p>
        </p:txBody>
      </p:sp>
      <p:sp>
        <p:nvSpPr>
          <p:cNvPr id="1220" name="Google Shape;1220;p20"/>
          <p:cNvSpPr txBox="1"/>
          <p:nvPr/>
        </p:nvSpPr>
        <p:spPr>
          <a:xfrm>
            <a:off x="361406" y="3560651"/>
            <a:ext cx="60996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NPUZ_08_ObjectData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221" name="Google Shape;122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406" y="3984317"/>
            <a:ext cx="4925112" cy="571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2" name="Google Shape;122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1406" y="5081932"/>
            <a:ext cx="11469189" cy="506365"/>
          </a:xfrm>
          <a:prstGeom prst="rect">
            <a:avLst/>
          </a:prstGeom>
          <a:noFill/>
          <a:ln>
            <a:noFill/>
          </a:ln>
        </p:spPr>
      </p:pic>
      <p:sp>
        <p:nvSpPr>
          <p:cNvPr id="1223" name="Google Shape;1223;p20"/>
          <p:cNvSpPr txBox="1"/>
          <p:nvPr/>
        </p:nvSpPr>
        <p:spPr>
          <a:xfrm>
            <a:off x="361406" y="4625671"/>
            <a:ext cx="60996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NPUZ_08_FieldData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2024-03-28T07:52:26Z</dcterms:created>
  <dc:creator>뉴메틱</dc:creator>
</cp:coreProperties>
</file>